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2" r:id="rId5"/>
  </p:sldMasterIdLst>
  <p:notesMasterIdLst>
    <p:notesMasterId r:id="rId21"/>
  </p:notesMasterIdLst>
  <p:sldIdLst>
    <p:sldId id="260" r:id="rId6"/>
    <p:sldId id="261" r:id="rId7"/>
    <p:sldId id="267" r:id="rId8"/>
    <p:sldId id="263" r:id="rId9"/>
    <p:sldId id="264" r:id="rId10"/>
    <p:sldId id="265" r:id="rId11"/>
    <p:sldId id="272" r:id="rId12"/>
    <p:sldId id="273" r:id="rId13"/>
    <p:sldId id="278" r:id="rId14"/>
    <p:sldId id="270" r:id="rId15"/>
    <p:sldId id="276" r:id="rId16"/>
    <p:sldId id="275" r:id="rId17"/>
    <p:sldId id="274" r:id="rId18"/>
    <p:sldId id="277" r:id="rId19"/>
    <p:sldId id="27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0001"/>
    <a:srgbClr val="500000"/>
    <a:srgbClr val="E7E2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08CE3D-0F32-48AE-81F0-07FF51600C71}" v="32" dt="2026-10-12T06:11:09.9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51" autoAdjust="0"/>
    <p:restoredTop sz="94660"/>
  </p:normalViewPr>
  <p:slideViewPr>
    <p:cSldViewPr snapToGrid="0">
      <p:cViewPr varScale="1">
        <p:scale>
          <a:sx n="111" d="100"/>
          <a:sy n="111" d="100"/>
        </p:scale>
        <p:origin x="88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ouie, Maziar SCAN-DRP/C/26" userId="e6e7c6b2-78b2-4fc5-ae48-f4dd7bd404bd" providerId="ADAL" clId="{95631E26-0E9D-47DC-8C70-A5EC1E0EBDA6}"/>
    <pc:docChg chg="undo redo custSel addSld delSld modSld sldOrd">
      <pc:chgData name="Amouie, Maziar SCAN-DRP/C/26" userId="e6e7c6b2-78b2-4fc5-ae48-f4dd7bd404bd" providerId="ADAL" clId="{95631E26-0E9D-47DC-8C70-A5EC1E0EBDA6}" dt="2026-10-12T06:16:19.567" v="1095" actId="1076"/>
      <pc:docMkLst>
        <pc:docMk/>
      </pc:docMkLst>
      <pc:sldChg chg="addSp delSp modSp add del mod setBg">
        <pc:chgData name="Amouie, Maziar SCAN-DRP/C/26" userId="e6e7c6b2-78b2-4fc5-ae48-f4dd7bd404bd" providerId="ADAL" clId="{95631E26-0E9D-47DC-8C70-A5EC1E0EBDA6}" dt="2026-10-12T05:44:30.343" v="993" actId="47"/>
        <pc:sldMkLst>
          <pc:docMk/>
          <pc:sldMk cId="0" sldId="256"/>
        </pc:sldMkLst>
        <pc:spChg chg="del">
          <ac:chgData name="Amouie, Maziar SCAN-DRP/C/26" userId="e6e7c6b2-78b2-4fc5-ae48-f4dd7bd404bd" providerId="ADAL" clId="{95631E26-0E9D-47DC-8C70-A5EC1E0EBDA6}" dt="2026-10-11T15:11:28.576" v="206" actId="478"/>
          <ac:spMkLst>
            <pc:docMk/>
            <pc:sldMk cId="0" sldId="256"/>
            <ac:spMk id="3"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4"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5"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6"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7"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8"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9"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10"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11" creationId="{00000000-0000-0000-0000-000000000000}"/>
          </ac:spMkLst>
        </pc:spChg>
        <pc:spChg chg="del">
          <ac:chgData name="Amouie, Maziar SCAN-DRP/C/26" userId="e6e7c6b2-78b2-4fc5-ae48-f4dd7bd404bd" providerId="ADAL" clId="{95631E26-0E9D-47DC-8C70-A5EC1E0EBDA6}" dt="2026-10-11T15:11:42.080" v="207" actId="478"/>
          <ac:spMkLst>
            <pc:docMk/>
            <pc:sldMk cId="0" sldId="256"/>
            <ac:spMk id="12" creationId="{00000000-0000-0000-0000-000000000000}"/>
          </ac:spMkLst>
        </pc:spChg>
        <pc:spChg chg="mod">
          <ac:chgData name="Amouie, Maziar SCAN-DRP/C/26" userId="e6e7c6b2-78b2-4fc5-ae48-f4dd7bd404bd" providerId="ADAL" clId="{95631E26-0E9D-47DC-8C70-A5EC1E0EBDA6}" dt="2026-10-12T04:57:21.478" v="228" actId="1076"/>
          <ac:spMkLst>
            <pc:docMk/>
            <pc:sldMk cId="0" sldId="256"/>
            <ac:spMk id="13" creationId="{00000000-0000-0000-0000-000000000000}"/>
          </ac:spMkLst>
        </pc:spChg>
        <pc:spChg chg="mod">
          <ac:chgData name="Amouie, Maziar SCAN-DRP/C/26" userId="e6e7c6b2-78b2-4fc5-ae48-f4dd7bd404bd" providerId="ADAL" clId="{95631E26-0E9D-47DC-8C70-A5EC1E0EBDA6}" dt="2026-10-12T05:00:41.867" v="362" actId="108"/>
          <ac:spMkLst>
            <pc:docMk/>
            <pc:sldMk cId="0" sldId="256"/>
            <ac:spMk id="14" creationId="{00000000-0000-0000-0000-000000000000}"/>
          </ac:spMkLst>
        </pc:spChg>
        <pc:spChg chg="mod">
          <ac:chgData name="Amouie, Maziar SCAN-DRP/C/26" userId="e6e7c6b2-78b2-4fc5-ae48-f4dd7bd404bd" providerId="ADAL" clId="{95631E26-0E9D-47DC-8C70-A5EC1E0EBDA6}" dt="2026-10-12T05:01:15.100" v="370" actId="1076"/>
          <ac:spMkLst>
            <pc:docMk/>
            <pc:sldMk cId="0" sldId="256"/>
            <ac:spMk id="15" creationId="{00000000-0000-0000-0000-000000000000}"/>
          </ac:spMkLst>
        </pc:spChg>
        <pc:spChg chg="mod">
          <ac:chgData name="Amouie, Maziar SCAN-DRP/C/26" userId="e6e7c6b2-78b2-4fc5-ae48-f4dd7bd404bd" providerId="ADAL" clId="{95631E26-0E9D-47DC-8C70-A5EC1E0EBDA6}" dt="2026-10-12T05:01:26.739" v="371" actId="1076"/>
          <ac:spMkLst>
            <pc:docMk/>
            <pc:sldMk cId="0" sldId="256"/>
            <ac:spMk id="16" creationId="{00000000-0000-0000-0000-000000000000}"/>
          </ac:spMkLst>
        </pc:spChg>
        <pc:spChg chg="mod">
          <ac:chgData name="Amouie, Maziar SCAN-DRP/C/26" userId="e6e7c6b2-78b2-4fc5-ae48-f4dd7bd404bd" providerId="ADAL" clId="{95631E26-0E9D-47DC-8C70-A5EC1E0EBDA6}" dt="2026-10-12T05:01:26.739" v="371" actId="1076"/>
          <ac:spMkLst>
            <pc:docMk/>
            <pc:sldMk cId="0" sldId="256"/>
            <ac:spMk id="17" creationId="{00000000-0000-0000-0000-000000000000}"/>
          </ac:spMkLst>
        </pc:spChg>
        <pc:spChg chg="add del mod">
          <ac:chgData name="Amouie, Maziar SCAN-DRP/C/26" userId="e6e7c6b2-78b2-4fc5-ae48-f4dd7bd404bd" providerId="ADAL" clId="{95631E26-0E9D-47DC-8C70-A5EC1E0EBDA6}" dt="2026-10-12T05:24:43.627" v="904" actId="478"/>
          <ac:spMkLst>
            <pc:docMk/>
            <pc:sldMk cId="0" sldId="256"/>
            <ac:spMk id="21" creationId="{85FBC0C3-2B51-A9E6-6EB9-AFE6340A83E7}"/>
          </ac:spMkLst>
        </pc:spChg>
        <pc:picChg chg="add del mod">
          <ac:chgData name="Amouie, Maziar SCAN-DRP/C/26" userId="e6e7c6b2-78b2-4fc5-ae48-f4dd7bd404bd" providerId="ADAL" clId="{95631E26-0E9D-47DC-8C70-A5EC1E0EBDA6}" dt="2026-10-12T05:24:41.044" v="902" actId="478"/>
          <ac:picMkLst>
            <pc:docMk/>
            <pc:sldMk cId="0" sldId="256"/>
            <ac:picMk id="19" creationId="{0E4AC9AE-B309-9F5A-C060-D9564325DDA8}"/>
          </ac:picMkLst>
        </pc:picChg>
      </pc:sldChg>
      <pc:sldChg chg="del">
        <pc:chgData name="Amouie, Maziar SCAN-DRP/C/26" userId="e6e7c6b2-78b2-4fc5-ae48-f4dd7bd404bd" providerId="ADAL" clId="{95631E26-0E9D-47DC-8C70-A5EC1E0EBDA6}" dt="2026-10-12T06:15:58.471" v="1094" actId="2696"/>
        <pc:sldMkLst>
          <pc:docMk/>
          <pc:sldMk cId="2997715119" sldId="269"/>
        </pc:sldMkLst>
      </pc:sldChg>
      <pc:sldChg chg="addSp delSp modSp mod ord">
        <pc:chgData name="Amouie, Maziar SCAN-DRP/C/26" userId="e6e7c6b2-78b2-4fc5-ae48-f4dd7bd404bd" providerId="ADAL" clId="{95631E26-0E9D-47DC-8C70-A5EC1E0EBDA6}" dt="2026-10-11T14:55:06.868" v="202"/>
        <pc:sldMkLst>
          <pc:docMk/>
          <pc:sldMk cId="1330800648" sldId="270"/>
        </pc:sldMkLst>
        <pc:spChg chg="add">
          <ac:chgData name="Amouie, Maziar SCAN-DRP/C/26" userId="e6e7c6b2-78b2-4fc5-ae48-f4dd7bd404bd" providerId="ADAL" clId="{95631E26-0E9D-47DC-8C70-A5EC1E0EBDA6}" dt="2026-10-01T22:24:47.686" v="23" actId="22"/>
          <ac:spMkLst>
            <pc:docMk/>
            <pc:sldMk cId="1330800648" sldId="270"/>
            <ac:spMk id="13" creationId="{7729976D-DC5A-FA43-4579-92485C4D49D9}"/>
          </ac:spMkLst>
        </pc:spChg>
        <pc:spChg chg="add">
          <ac:chgData name="Amouie, Maziar SCAN-DRP/C/26" userId="e6e7c6b2-78b2-4fc5-ae48-f4dd7bd404bd" providerId="ADAL" clId="{95631E26-0E9D-47DC-8C70-A5EC1E0EBDA6}" dt="2026-10-01T22:24:47.686" v="23" actId="22"/>
          <ac:spMkLst>
            <pc:docMk/>
            <pc:sldMk cId="1330800648" sldId="270"/>
            <ac:spMk id="15" creationId="{6CB0EB5E-A9ED-F7FA-D0E1-C32504BA0222}"/>
          </ac:spMkLst>
        </pc:spChg>
        <pc:spChg chg="mod">
          <ac:chgData name="Amouie, Maziar SCAN-DRP/C/26" userId="e6e7c6b2-78b2-4fc5-ae48-f4dd7bd404bd" providerId="ADAL" clId="{95631E26-0E9D-47DC-8C70-A5EC1E0EBDA6}" dt="2026-10-01T22:26:36.255" v="133" actId="1036"/>
          <ac:spMkLst>
            <pc:docMk/>
            <pc:sldMk cId="1330800648" sldId="270"/>
            <ac:spMk id="17" creationId="{9B5B4C64-0C63-73EA-F838-7CEFC896CA73}"/>
          </ac:spMkLst>
        </pc:spChg>
        <pc:spChg chg="mod">
          <ac:chgData name="Amouie, Maziar SCAN-DRP/C/26" userId="e6e7c6b2-78b2-4fc5-ae48-f4dd7bd404bd" providerId="ADAL" clId="{95631E26-0E9D-47DC-8C70-A5EC1E0EBDA6}" dt="2026-10-01T22:26:36.255" v="133" actId="1036"/>
          <ac:spMkLst>
            <pc:docMk/>
            <pc:sldMk cId="1330800648" sldId="270"/>
            <ac:spMk id="19" creationId="{75D0B3D0-3327-42EC-5939-2C17F8BA8E27}"/>
          </ac:spMkLst>
        </pc:spChg>
        <pc:spChg chg="mod">
          <ac:chgData name="Amouie, Maziar SCAN-DRP/C/26" userId="e6e7c6b2-78b2-4fc5-ae48-f4dd7bd404bd" providerId="ADAL" clId="{95631E26-0E9D-47DC-8C70-A5EC1E0EBDA6}" dt="2026-10-01T22:26:00.820" v="69" actId="1036"/>
          <ac:spMkLst>
            <pc:docMk/>
            <pc:sldMk cId="1330800648" sldId="270"/>
            <ac:spMk id="23" creationId="{2630D6C4-6D51-EEAB-B9AA-25D1C99D3430}"/>
          </ac:spMkLst>
        </pc:spChg>
        <pc:spChg chg="mod">
          <ac:chgData name="Amouie, Maziar SCAN-DRP/C/26" userId="e6e7c6b2-78b2-4fc5-ae48-f4dd7bd404bd" providerId="ADAL" clId="{95631E26-0E9D-47DC-8C70-A5EC1E0EBDA6}" dt="2026-10-01T22:26:22.500" v="96" actId="1036"/>
          <ac:spMkLst>
            <pc:docMk/>
            <pc:sldMk cId="1330800648" sldId="270"/>
            <ac:spMk id="25" creationId="{BABE7EEC-3EE0-0C94-D538-C7C993F9DF85}"/>
          </ac:spMkLst>
        </pc:spChg>
        <pc:spChg chg="mod">
          <ac:chgData name="Amouie, Maziar SCAN-DRP/C/26" userId="e6e7c6b2-78b2-4fc5-ae48-f4dd7bd404bd" providerId="ADAL" clId="{95631E26-0E9D-47DC-8C70-A5EC1E0EBDA6}" dt="2026-10-01T22:26:00.820" v="69" actId="1036"/>
          <ac:spMkLst>
            <pc:docMk/>
            <pc:sldMk cId="1330800648" sldId="270"/>
            <ac:spMk id="27" creationId="{BC12626A-7303-B806-8326-445D5E595AB9}"/>
          </ac:spMkLst>
        </pc:spChg>
        <pc:spChg chg="mod">
          <ac:chgData name="Amouie, Maziar SCAN-DRP/C/26" userId="e6e7c6b2-78b2-4fc5-ae48-f4dd7bd404bd" providerId="ADAL" clId="{95631E26-0E9D-47DC-8C70-A5EC1E0EBDA6}" dt="2026-10-01T22:26:22.500" v="96" actId="1036"/>
          <ac:spMkLst>
            <pc:docMk/>
            <pc:sldMk cId="1330800648" sldId="270"/>
            <ac:spMk id="31" creationId="{88686787-419D-AB26-0F58-F30E961DC62A}"/>
          </ac:spMkLst>
        </pc:spChg>
        <pc:spChg chg="mod">
          <ac:chgData name="Amouie, Maziar SCAN-DRP/C/26" userId="e6e7c6b2-78b2-4fc5-ae48-f4dd7bd404bd" providerId="ADAL" clId="{95631E26-0E9D-47DC-8C70-A5EC1E0EBDA6}" dt="2026-10-01T22:26:22.500" v="96" actId="1036"/>
          <ac:spMkLst>
            <pc:docMk/>
            <pc:sldMk cId="1330800648" sldId="270"/>
            <ac:spMk id="33" creationId="{82C04CFC-4E37-C288-98FC-743C763B0EEC}"/>
          </ac:spMkLst>
        </pc:spChg>
        <pc:spChg chg="add mod">
          <ac:chgData name="Amouie, Maziar SCAN-DRP/C/26" userId="e6e7c6b2-78b2-4fc5-ae48-f4dd7bd404bd" providerId="ADAL" clId="{95631E26-0E9D-47DC-8C70-A5EC1E0EBDA6}" dt="2026-10-01T22:26:22.500" v="96" actId="1036"/>
          <ac:spMkLst>
            <pc:docMk/>
            <pc:sldMk cId="1330800648" sldId="270"/>
            <ac:spMk id="35" creationId="{3AD94065-354A-B41F-E6F6-83F4B6974BD2}"/>
          </ac:spMkLst>
        </pc:spChg>
        <pc:spChg chg="mod">
          <ac:chgData name="Amouie, Maziar SCAN-DRP/C/26" userId="e6e7c6b2-78b2-4fc5-ae48-f4dd7bd404bd" providerId="ADAL" clId="{95631E26-0E9D-47DC-8C70-A5EC1E0EBDA6}" dt="2026-10-01T22:26:22.500" v="96" actId="1036"/>
          <ac:spMkLst>
            <pc:docMk/>
            <pc:sldMk cId="1330800648" sldId="270"/>
            <ac:spMk id="37" creationId="{87FC2EE0-DC2F-083F-894B-E3A3A9CF0708}"/>
          </ac:spMkLst>
        </pc:spChg>
        <pc:spChg chg="mod">
          <ac:chgData name="Amouie, Maziar SCAN-DRP/C/26" userId="e6e7c6b2-78b2-4fc5-ae48-f4dd7bd404bd" providerId="ADAL" clId="{95631E26-0E9D-47DC-8C70-A5EC1E0EBDA6}" dt="2026-10-01T22:26:00.820" v="69" actId="1036"/>
          <ac:spMkLst>
            <pc:docMk/>
            <pc:sldMk cId="1330800648" sldId="270"/>
            <ac:spMk id="39" creationId="{33D08841-5F32-47A7-0A12-2BF5B1B2BA4E}"/>
          </ac:spMkLst>
        </pc:spChg>
        <pc:spChg chg="add mod">
          <ac:chgData name="Amouie, Maziar SCAN-DRP/C/26" userId="e6e7c6b2-78b2-4fc5-ae48-f4dd7bd404bd" providerId="ADAL" clId="{95631E26-0E9D-47DC-8C70-A5EC1E0EBDA6}" dt="2026-10-01T22:26:22.500" v="96" actId="1036"/>
          <ac:spMkLst>
            <pc:docMk/>
            <pc:sldMk cId="1330800648" sldId="270"/>
            <ac:spMk id="43" creationId="{9AE575BD-F3EC-3321-26D3-7FAF07C4C9A7}"/>
          </ac:spMkLst>
        </pc:spChg>
        <pc:spChg chg="add mod">
          <ac:chgData name="Amouie, Maziar SCAN-DRP/C/26" userId="e6e7c6b2-78b2-4fc5-ae48-f4dd7bd404bd" providerId="ADAL" clId="{95631E26-0E9D-47DC-8C70-A5EC1E0EBDA6}" dt="2026-10-01T22:26:22.500" v="96" actId="1036"/>
          <ac:spMkLst>
            <pc:docMk/>
            <pc:sldMk cId="1330800648" sldId="270"/>
            <ac:spMk id="45" creationId="{D2D0C61C-16DC-E8C9-E300-6C7852B6892F}"/>
          </ac:spMkLst>
        </pc:spChg>
        <pc:spChg chg="add mod">
          <ac:chgData name="Amouie, Maziar SCAN-DRP/C/26" userId="e6e7c6b2-78b2-4fc5-ae48-f4dd7bd404bd" providerId="ADAL" clId="{95631E26-0E9D-47DC-8C70-A5EC1E0EBDA6}" dt="2026-10-01T22:26:22.500" v="96" actId="1036"/>
          <ac:spMkLst>
            <pc:docMk/>
            <pc:sldMk cId="1330800648" sldId="270"/>
            <ac:spMk id="47" creationId="{8A78D684-A7E3-FD4F-A835-F55FB859BCE3}"/>
          </ac:spMkLst>
        </pc:spChg>
        <pc:spChg chg="add mod">
          <ac:chgData name="Amouie, Maziar SCAN-DRP/C/26" userId="e6e7c6b2-78b2-4fc5-ae48-f4dd7bd404bd" providerId="ADAL" clId="{95631E26-0E9D-47DC-8C70-A5EC1E0EBDA6}" dt="2026-10-01T22:31:45.836" v="200" actId="20577"/>
          <ac:spMkLst>
            <pc:docMk/>
            <pc:sldMk cId="1330800648" sldId="270"/>
            <ac:spMk id="49" creationId="{89D57C80-C9F2-271F-7734-A678FA344D59}"/>
          </ac:spMkLst>
        </pc:spChg>
        <pc:spChg chg="add mod">
          <ac:chgData name="Amouie, Maziar SCAN-DRP/C/26" userId="e6e7c6b2-78b2-4fc5-ae48-f4dd7bd404bd" providerId="ADAL" clId="{95631E26-0E9D-47DC-8C70-A5EC1E0EBDA6}" dt="2026-10-01T22:31:16.237" v="194" actId="6549"/>
          <ac:spMkLst>
            <pc:docMk/>
            <pc:sldMk cId="1330800648" sldId="270"/>
            <ac:spMk id="51" creationId="{261515F4-1EE3-4DE4-5281-8A99F3B44613}"/>
          </ac:spMkLst>
        </pc:spChg>
        <pc:spChg chg="add">
          <ac:chgData name="Amouie, Maziar SCAN-DRP/C/26" userId="e6e7c6b2-78b2-4fc5-ae48-f4dd7bd404bd" providerId="ADAL" clId="{95631E26-0E9D-47DC-8C70-A5EC1E0EBDA6}" dt="2026-10-01T22:24:47.686" v="23" actId="22"/>
          <ac:spMkLst>
            <pc:docMk/>
            <pc:sldMk cId="1330800648" sldId="270"/>
            <ac:spMk id="63" creationId="{0DE96A26-E8D7-CD32-1235-F4F4A4418DBB}"/>
          </ac:spMkLst>
        </pc:spChg>
        <pc:spChg chg="add">
          <ac:chgData name="Amouie, Maziar SCAN-DRP/C/26" userId="e6e7c6b2-78b2-4fc5-ae48-f4dd7bd404bd" providerId="ADAL" clId="{95631E26-0E9D-47DC-8C70-A5EC1E0EBDA6}" dt="2026-10-01T22:24:47.686" v="23" actId="22"/>
          <ac:spMkLst>
            <pc:docMk/>
            <pc:sldMk cId="1330800648" sldId="270"/>
            <ac:spMk id="65" creationId="{15843F79-B263-A821-C3AC-8AB5F27E6FFB}"/>
          </ac:spMkLst>
        </pc:spChg>
      </pc:sldChg>
      <pc:sldChg chg="add">
        <pc:chgData name="Amouie, Maziar SCAN-DRP/C/26" userId="e6e7c6b2-78b2-4fc5-ae48-f4dd7bd404bd" providerId="ADAL" clId="{95631E26-0E9D-47DC-8C70-A5EC1E0EBDA6}" dt="2026-10-01T22:24:11.400" v="16" actId="2890"/>
        <pc:sldMkLst>
          <pc:docMk/>
          <pc:sldMk cId="2272947099" sldId="273"/>
        </pc:sldMkLst>
      </pc:sldChg>
      <pc:sldChg chg="addSp delSp modSp new mod modClrScheme chgLayout">
        <pc:chgData name="Amouie, Maziar SCAN-DRP/C/26" userId="e6e7c6b2-78b2-4fc5-ae48-f4dd7bd404bd" providerId="ADAL" clId="{95631E26-0E9D-47DC-8C70-A5EC1E0EBDA6}" dt="2026-10-12T05:21:19.097" v="899" actId="1035"/>
        <pc:sldMkLst>
          <pc:docMk/>
          <pc:sldMk cId="1855923257" sldId="274"/>
        </pc:sldMkLst>
        <pc:spChg chg="mod ord">
          <ac:chgData name="Amouie, Maziar SCAN-DRP/C/26" userId="e6e7c6b2-78b2-4fc5-ae48-f4dd7bd404bd" providerId="ADAL" clId="{95631E26-0E9D-47DC-8C70-A5EC1E0EBDA6}" dt="2026-10-12T05:21:00.955" v="879" actId="14100"/>
          <ac:spMkLst>
            <pc:docMk/>
            <pc:sldMk cId="1855923257" sldId="274"/>
            <ac:spMk id="2" creationId="{29F30300-0DFE-E644-B80D-24997B85DC5A}"/>
          </ac:spMkLst>
        </pc:spChg>
        <pc:spChg chg="del">
          <ac:chgData name="Amouie, Maziar SCAN-DRP/C/26" userId="e6e7c6b2-78b2-4fc5-ae48-f4dd7bd404bd" providerId="ADAL" clId="{95631E26-0E9D-47DC-8C70-A5EC1E0EBDA6}" dt="2026-10-12T05:02:03.492" v="372" actId="700"/>
          <ac:spMkLst>
            <pc:docMk/>
            <pc:sldMk cId="1855923257" sldId="274"/>
            <ac:spMk id="3" creationId="{2283F1F8-9870-DF98-1E43-3730A36E226D}"/>
          </ac:spMkLst>
        </pc:spChg>
        <pc:spChg chg="del">
          <ac:chgData name="Amouie, Maziar SCAN-DRP/C/26" userId="e6e7c6b2-78b2-4fc5-ae48-f4dd7bd404bd" providerId="ADAL" clId="{95631E26-0E9D-47DC-8C70-A5EC1E0EBDA6}" dt="2026-10-12T05:02:03.492" v="372" actId="700"/>
          <ac:spMkLst>
            <pc:docMk/>
            <pc:sldMk cId="1855923257" sldId="274"/>
            <ac:spMk id="4" creationId="{9040E17F-AB97-14A9-E26D-38352E49BAE0}"/>
          </ac:spMkLst>
        </pc:spChg>
        <pc:spChg chg="mod ord">
          <ac:chgData name="Amouie, Maziar SCAN-DRP/C/26" userId="e6e7c6b2-78b2-4fc5-ae48-f4dd7bd404bd" providerId="ADAL" clId="{95631E26-0E9D-47DC-8C70-A5EC1E0EBDA6}" dt="2026-10-12T05:02:03.492" v="372" actId="700"/>
          <ac:spMkLst>
            <pc:docMk/>
            <pc:sldMk cId="1855923257" sldId="274"/>
            <ac:spMk id="5" creationId="{E5869B4A-81AA-04E5-B9F4-A8E175C437B0}"/>
          </ac:spMkLst>
        </pc:spChg>
        <pc:spChg chg="del mod">
          <ac:chgData name="Amouie, Maziar SCAN-DRP/C/26" userId="e6e7c6b2-78b2-4fc5-ae48-f4dd7bd404bd" providerId="ADAL" clId="{95631E26-0E9D-47DC-8C70-A5EC1E0EBDA6}" dt="2026-10-12T05:04:03.789" v="383" actId="478"/>
          <ac:spMkLst>
            <pc:docMk/>
            <pc:sldMk cId="1855923257" sldId="274"/>
            <ac:spMk id="7" creationId="{B9DE6086-97FC-8C72-FA6A-D89631B6DB48}"/>
          </ac:spMkLst>
        </pc:spChg>
        <pc:spChg chg="del mod">
          <ac:chgData name="Amouie, Maziar SCAN-DRP/C/26" userId="e6e7c6b2-78b2-4fc5-ae48-f4dd7bd404bd" providerId="ADAL" clId="{95631E26-0E9D-47DC-8C70-A5EC1E0EBDA6}" dt="2026-10-12T05:04:07.800" v="385" actId="478"/>
          <ac:spMkLst>
            <pc:docMk/>
            <pc:sldMk cId="1855923257" sldId="274"/>
            <ac:spMk id="9" creationId="{D9BA8042-215F-10D8-2BE6-5F67830E2FF2}"/>
          </ac:spMkLst>
        </pc:spChg>
        <pc:spChg chg="del mod">
          <ac:chgData name="Amouie, Maziar SCAN-DRP/C/26" userId="e6e7c6b2-78b2-4fc5-ae48-f4dd7bd404bd" providerId="ADAL" clId="{95631E26-0E9D-47DC-8C70-A5EC1E0EBDA6}" dt="2026-10-12T05:04:05.580" v="384" actId="478"/>
          <ac:spMkLst>
            <pc:docMk/>
            <pc:sldMk cId="1855923257" sldId="274"/>
            <ac:spMk id="11" creationId="{B21246BF-E1DD-9C67-5A22-A8E8A8A82CF5}"/>
          </ac:spMkLst>
        </pc:spChg>
        <pc:spChg chg="del mod">
          <ac:chgData name="Amouie, Maziar SCAN-DRP/C/26" userId="e6e7c6b2-78b2-4fc5-ae48-f4dd7bd404bd" providerId="ADAL" clId="{95631E26-0E9D-47DC-8C70-A5EC1E0EBDA6}" dt="2026-10-12T05:04:10.187" v="386" actId="478"/>
          <ac:spMkLst>
            <pc:docMk/>
            <pc:sldMk cId="1855923257" sldId="274"/>
            <ac:spMk id="13" creationId="{EA04CBF3-369E-1549-BD31-7987A160CF13}"/>
          </ac:spMkLst>
        </pc:spChg>
        <pc:spChg chg="add del mod">
          <ac:chgData name="Amouie, Maziar SCAN-DRP/C/26" userId="e6e7c6b2-78b2-4fc5-ae48-f4dd7bd404bd" providerId="ADAL" clId="{95631E26-0E9D-47DC-8C70-A5EC1E0EBDA6}" dt="2026-10-12T05:11:17.627" v="390" actId="478"/>
          <ac:spMkLst>
            <pc:docMk/>
            <pc:sldMk cId="1855923257" sldId="274"/>
            <ac:spMk id="15" creationId="{28ABF7D9-3F58-891E-E5AD-B233DAA8380B}"/>
          </ac:spMkLst>
        </pc:spChg>
        <pc:spChg chg="add mod">
          <ac:chgData name="Amouie, Maziar SCAN-DRP/C/26" userId="e6e7c6b2-78b2-4fc5-ae48-f4dd7bd404bd" providerId="ADAL" clId="{95631E26-0E9D-47DC-8C70-A5EC1E0EBDA6}" dt="2026-10-12T05:21:12.799" v="887" actId="1036"/>
          <ac:spMkLst>
            <pc:docMk/>
            <pc:sldMk cId="1855923257" sldId="274"/>
            <ac:spMk id="17" creationId="{C55E67E5-24BA-71FF-C076-A550362F3384}"/>
          </ac:spMkLst>
        </pc:spChg>
        <pc:spChg chg="add mod">
          <ac:chgData name="Amouie, Maziar SCAN-DRP/C/26" userId="e6e7c6b2-78b2-4fc5-ae48-f4dd7bd404bd" providerId="ADAL" clId="{95631E26-0E9D-47DC-8C70-A5EC1E0EBDA6}" dt="2026-10-12T05:21:12.799" v="887" actId="1036"/>
          <ac:spMkLst>
            <pc:docMk/>
            <pc:sldMk cId="1855923257" sldId="274"/>
            <ac:spMk id="19" creationId="{44BA0656-78B6-97BB-F306-BE10C0C93E00}"/>
          </ac:spMkLst>
        </pc:spChg>
        <pc:spChg chg="add mod">
          <ac:chgData name="Amouie, Maziar SCAN-DRP/C/26" userId="e6e7c6b2-78b2-4fc5-ae48-f4dd7bd404bd" providerId="ADAL" clId="{95631E26-0E9D-47DC-8C70-A5EC1E0EBDA6}" dt="2026-10-12T05:21:12.799" v="887" actId="1036"/>
          <ac:spMkLst>
            <pc:docMk/>
            <pc:sldMk cId="1855923257" sldId="274"/>
            <ac:spMk id="21" creationId="{6C7C4CA0-36AF-5189-2714-B6F1D4FAD667}"/>
          </ac:spMkLst>
        </pc:spChg>
        <pc:spChg chg="add mod">
          <ac:chgData name="Amouie, Maziar SCAN-DRP/C/26" userId="e6e7c6b2-78b2-4fc5-ae48-f4dd7bd404bd" providerId="ADAL" clId="{95631E26-0E9D-47DC-8C70-A5EC1E0EBDA6}" dt="2026-10-12T05:19:38.938" v="797" actId="1038"/>
          <ac:spMkLst>
            <pc:docMk/>
            <pc:sldMk cId="1855923257" sldId="274"/>
            <ac:spMk id="23" creationId="{675D1BC8-449E-FEF7-69A0-1D57D92CDCC5}"/>
          </ac:spMkLst>
        </pc:spChg>
        <pc:spChg chg="add mod">
          <ac:chgData name="Amouie, Maziar SCAN-DRP/C/26" userId="e6e7c6b2-78b2-4fc5-ae48-f4dd7bd404bd" providerId="ADAL" clId="{95631E26-0E9D-47DC-8C70-A5EC1E0EBDA6}" dt="2026-10-12T05:19:38.938" v="797" actId="1038"/>
          <ac:spMkLst>
            <pc:docMk/>
            <pc:sldMk cId="1855923257" sldId="274"/>
            <ac:spMk id="25" creationId="{B2BBC7E9-1CFE-728A-E499-501B2C371311}"/>
          </ac:spMkLst>
        </pc:spChg>
        <pc:spChg chg="add mod">
          <ac:chgData name="Amouie, Maziar SCAN-DRP/C/26" userId="e6e7c6b2-78b2-4fc5-ae48-f4dd7bd404bd" providerId="ADAL" clId="{95631E26-0E9D-47DC-8C70-A5EC1E0EBDA6}" dt="2026-10-12T05:19:38.938" v="797" actId="1038"/>
          <ac:spMkLst>
            <pc:docMk/>
            <pc:sldMk cId="1855923257" sldId="274"/>
            <ac:spMk id="27" creationId="{9E310D41-1003-FFDE-EF32-1D3B8E87BFD0}"/>
          </ac:spMkLst>
        </pc:spChg>
        <pc:spChg chg="add mod">
          <ac:chgData name="Amouie, Maziar SCAN-DRP/C/26" userId="e6e7c6b2-78b2-4fc5-ae48-f4dd7bd404bd" providerId="ADAL" clId="{95631E26-0E9D-47DC-8C70-A5EC1E0EBDA6}" dt="2026-10-12T05:21:19.097" v="899" actId="1035"/>
          <ac:spMkLst>
            <pc:docMk/>
            <pc:sldMk cId="1855923257" sldId="274"/>
            <ac:spMk id="29" creationId="{32AD2003-E302-F5E8-3E84-E704B48A5F5B}"/>
          </ac:spMkLst>
        </pc:spChg>
        <pc:spChg chg="add mod">
          <ac:chgData name="Amouie, Maziar SCAN-DRP/C/26" userId="e6e7c6b2-78b2-4fc5-ae48-f4dd7bd404bd" providerId="ADAL" clId="{95631E26-0E9D-47DC-8C70-A5EC1E0EBDA6}" dt="2026-10-12T05:21:19.097" v="899" actId="1035"/>
          <ac:spMkLst>
            <pc:docMk/>
            <pc:sldMk cId="1855923257" sldId="274"/>
            <ac:spMk id="31" creationId="{3393BB24-DEDE-62D4-1DB3-81D2B17F1CFA}"/>
          </ac:spMkLst>
        </pc:spChg>
        <pc:spChg chg="add mod">
          <ac:chgData name="Amouie, Maziar SCAN-DRP/C/26" userId="e6e7c6b2-78b2-4fc5-ae48-f4dd7bd404bd" providerId="ADAL" clId="{95631E26-0E9D-47DC-8C70-A5EC1E0EBDA6}" dt="2026-10-12T05:21:19.097" v="899" actId="1035"/>
          <ac:spMkLst>
            <pc:docMk/>
            <pc:sldMk cId="1855923257" sldId="274"/>
            <ac:spMk id="33" creationId="{812C41B3-5A70-EF54-5817-6EDC54E1347A}"/>
          </ac:spMkLst>
        </pc:spChg>
        <pc:spChg chg="add mod">
          <ac:chgData name="Amouie, Maziar SCAN-DRP/C/26" userId="e6e7c6b2-78b2-4fc5-ae48-f4dd7bd404bd" providerId="ADAL" clId="{95631E26-0E9D-47DC-8C70-A5EC1E0EBDA6}" dt="2026-10-12T05:12:15.246" v="398" actId="1076"/>
          <ac:spMkLst>
            <pc:docMk/>
            <pc:sldMk cId="1855923257" sldId="274"/>
            <ac:spMk id="35" creationId="{04A52725-3765-494E-199E-AB171B577672}"/>
          </ac:spMkLst>
        </pc:spChg>
        <pc:spChg chg="add mod">
          <ac:chgData name="Amouie, Maziar SCAN-DRP/C/26" userId="e6e7c6b2-78b2-4fc5-ae48-f4dd7bd404bd" providerId="ADAL" clId="{95631E26-0E9D-47DC-8C70-A5EC1E0EBDA6}" dt="2026-10-12T05:19:38.938" v="797" actId="1038"/>
          <ac:spMkLst>
            <pc:docMk/>
            <pc:sldMk cId="1855923257" sldId="274"/>
            <ac:spMk id="37" creationId="{4A3176CA-3E75-7ED1-32E5-B4FEF6B433D3}"/>
          </ac:spMkLst>
        </pc:spChg>
        <pc:spChg chg="add mod">
          <ac:chgData name="Amouie, Maziar SCAN-DRP/C/26" userId="e6e7c6b2-78b2-4fc5-ae48-f4dd7bd404bd" providerId="ADAL" clId="{95631E26-0E9D-47DC-8C70-A5EC1E0EBDA6}" dt="2026-10-12T05:19:38.938" v="797" actId="1038"/>
          <ac:spMkLst>
            <pc:docMk/>
            <pc:sldMk cId="1855923257" sldId="274"/>
            <ac:spMk id="39" creationId="{C0470BC4-F82C-4BD4-0B7D-D4750B9A28DF}"/>
          </ac:spMkLst>
        </pc:spChg>
        <pc:spChg chg="add mod">
          <ac:chgData name="Amouie, Maziar SCAN-DRP/C/26" userId="e6e7c6b2-78b2-4fc5-ae48-f4dd7bd404bd" providerId="ADAL" clId="{95631E26-0E9D-47DC-8C70-A5EC1E0EBDA6}" dt="2026-10-12T05:19:38.938" v="797" actId="1038"/>
          <ac:spMkLst>
            <pc:docMk/>
            <pc:sldMk cId="1855923257" sldId="274"/>
            <ac:spMk id="41" creationId="{037C2A2F-643F-27C3-02C6-CFAA489B7F1B}"/>
          </ac:spMkLst>
        </pc:spChg>
        <pc:spChg chg="add mod">
          <ac:chgData name="Amouie, Maziar SCAN-DRP/C/26" userId="e6e7c6b2-78b2-4fc5-ae48-f4dd7bd404bd" providerId="ADAL" clId="{95631E26-0E9D-47DC-8C70-A5EC1E0EBDA6}" dt="2026-10-12T05:12:27.596" v="400" actId="1076"/>
          <ac:spMkLst>
            <pc:docMk/>
            <pc:sldMk cId="1855923257" sldId="274"/>
            <ac:spMk id="43" creationId="{DDFF631D-26DF-9218-F407-BDEB650A7F3D}"/>
          </ac:spMkLst>
        </pc:spChg>
        <pc:spChg chg="add mod">
          <ac:chgData name="Amouie, Maziar SCAN-DRP/C/26" userId="e6e7c6b2-78b2-4fc5-ae48-f4dd7bd404bd" providerId="ADAL" clId="{95631E26-0E9D-47DC-8C70-A5EC1E0EBDA6}" dt="2026-10-12T05:19:55.678" v="799" actId="1076"/>
          <ac:spMkLst>
            <pc:docMk/>
            <pc:sldMk cId="1855923257" sldId="274"/>
            <ac:spMk id="45" creationId="{79A1925B-1BAE-C16B-4F71-52EB86016EE9}"/>
          </ac:spMkLst>
        </pc:spChg>
      </pc:sldChg>
      <pc:sldChg chg="addSp delSp modSp new mod ord setBg modClrScheme chgLayout">
        <pc:chgData name="Amouie, Maziar SCAN-DRP/C/26" userId="e6e7c6b2-78b2-4fc5-ae48-f4dd7bd404bd" providerId="ADAL" clId="{95631E26-0E9D-47DC-8C70-A5EC1E0EBDA6}" dt="2026-10-12T05:46:33.934" v="1010"/>
        <pc:sldMkLst>
          <pc:docMk/>
          <pc:sldMk cId="2346361280" sldId="275"/>
        </pc:sldMkLst>
        <pc:spChg chg="del mod ord">
          <ac:chgData name="Amouie, Maziar SCAN-DRP/C/26" userId="e6e7c6b2-78b2-4fc5-ae48-f4dd7bd404bd" providerId="ADAL" clId="{95631E26-0E9D-47DC-8C70-A5EC1E0EBDA6}" dt="2026-10-12T05:29:44.344" v="912" actId="478"/>
          <ac:spMkLst>
            <pc:docMk/>
            <pc:sldMk cId="2346361280" sldId="275"/>
            <ac:spMk id="2" creationId="{1FE3884D-AD5D-4E74-EDA6-7AB74874FBF3}"/>
          </ac:spMkLst>
        </pc:spChg>
        <pc:spChg chg="del">
          <ac:chgData name="Amouie, Maziar SCAN-DRP/C/26" userId="e6e7c6b2-78b2-4fc5-ae48-f4dd7bd404bd" providerId="ADAL" clId="{95631E26-0E9D-47DC-8C70-A5EC1E0EBDA6}" dt="2026-10-12T05:25:02.723" v="905" actId="700"/>
          <ac:spMkLst>
            <pc:docMk/>
            <pc:sldMk cId="2346361280" sldId="275"/>
            <ac:spMk id="3" creationId="{C1B97B8E-4D83-26DE-FD6E-4A19D0777BD1}"/>
          </ac:spMkLst>
        </pc:spChg>
        <pc:spChg chg="del">
          <ac:chgData name="Amouie, Maziar SCAN-DRP/C/26" userId="e6e7c6b2-78b2-4fc5-ae48-f4dd7bd404bd" providerId="ADAL" clId="{95631E26-0E9D-47DC-8C70-A5EC1E0EBDA6}" dt="2026-10-12T05:25:02.723" v="905" actId="700"/>
          <ac:spMkLst>
            <pc:docMk/>
            <pc:sldMk cId="2346361280" sldId="275"/>
            <ac:spMk id="4" creationId="{0E50DDF2-991B-1BCF-934E-D0BA0C9BB1D7}"/>
          </ac:spMkLst>
        </pc:spChg>
        <pc:spChg chg="mod ord">
          <ac:chgData name="Amouie, Maziar SCAN-DRP/C/26" userId="e6e7c6b2-78b2-4fc5-ae48-f4dd7bd404bd" providerId="ADAL" clId="{95631E26-0E9D-47DC-8C70-A5EC1E0EBDA6}" dt="2026-10-12T05:41:40.507" v="983" actId="26606"/>
          <ac:spMkLst>
            <pc:docMk/>
            <pc:sldMk cId="2346361280" sldId="275"/>
            <ac:spMk id="5" creationId="{EBB01C5B-0984-7A01-C445-BF0EA572CF5C}"/>
          </ac:spMkLst>
        </pc:spChg>
        <pc:spChg chg="add del mod">
          <ac:chgData name="Amouie, Maziar SCAN-DRP/C/26" userId="e6e7c6b2-78b2-4fc5-ae48-f4dd7bd404bd" providerId="ADAL" clId="{95631E26-0E9D-47DC-8C70-A5EC1E0EBDA6}" dt="2026-10-12T05:38:34.034" v="958" actId="478"/>
          <ac:spMkLst>
            <pc:docMk/>
            <pc:sldMk cId="2346361280" sldId="275"/>
            <ac:spMk id="9" creationId="{108401A4-84FD-33EF-56E4-AD031CEFA7C9}"/>
          </ac:spMkLst>
        </pc:spChg>
        <pc:spChg chg="add del mod">
          <ac:chgData name="Amouie, Maziar SCAN-DRP/C/26" userId="e6e7c6b2-78b2-4fc5-ae48-f4dd7bd404bd" providerId="ADAL" clId="{95631E26-0E9D-47DC-8C70-A5EC1E0EBDA6}" dt="2026-10-12T05:38:35.884" v="959" actId="478"/>
          <ac:spMkLst>
            <pc:docMk/>
            <pc:sldMk cId="2346361280" sldId="275"/>
            <ac:spMk id="11" creationId="{1F3C3BC4-D3D3-47F5-6703-CF297B72774F}"/>
          </ac:spMkLst>
        </pc:spChg>
        <pc:spChg chg="add del mod">
          <ac:chgData name="Amouie, Maziar SCAN-DRP/C/26" userId="e6e7c6b2-78b2-4fc5-ae48-f4dd7bd404bd" providerId="ADAL" clId="{95631E26-0E9D-47DC-8C70-A5EC1E0EBDA6}" dt="2026-10-12T05:38:37.580" v="960" actId="478"/>
          <ac:spMkLst>
            <pc:docMk/>
            <pc:sldMk cId="2346361280" sldId="275"/>
            <ac:spMk id="13" creationId="{D36B88CF-E547-0A39-D52B-D9D4B36B14B8}"/>
          </ac:spMkLst>
        </pc:spChg>
        <pc:spChg chg="add del mod">
          <ac:chgData name="Amouie, Maziar SCAN-DRP/C/26" userId="e6e7c6b2-78b2-4fc5-ae48-f4dd7bd404bd" providerId="ADAL" clId="{95631E26-0E9D-47DC-8C70-A5EC1E0EBDA6}" dt="2026-10-12T05:38:39.345" v="961" actId="478"/>
          <ac:spMkLst>
            <pc:docMk/>
            <pc:sldMk cId="2346361280" sldId="275"/>
            <ac:spMk id="15" creationId="{9ED6E2BE-E48F-2208-C6A6-AAFCA6BF73D5}"/>
          </ac:spMkLst>
        </pc:spChg>
        <pc:spChg chg="add mod">
          <ac:chgData name="Amouie, Maziar SCAN-DRP/C/26" userId="e6e7c6b2-78b2-4fc5-ae48-f4dd7bd404bd" providerId="ADAL" clId="{95631E26-0E9D-47DC-8C70-A5EC1E0EBDA6}" dt="2026-10-12T05:44:21.563" v="992" actId="6549"/>
          <ac:spMkLst>
            <pc:docMk/>
            <pc:sldMk cId="2346361280" sldId="275"/>
            <ac:spMk id="18" creationId="{FB6B9AF0-C484-25C7-1220-C1F8643BDE88}"/>
          </ac:spMkLst>
        </pc:spChg>
        <pc:spChg chg="add mod">
          <ac:chgData name="Amouie, Maziar SCAN-DRP/C/26" userId="e6e7c6b2-78b2-4fc5-ae48-f4dd7bd404bd" providerId="ADAL" clId="{95631E26-0E9D-47DC-8C70-A5EC1E0EBDA6}" dt="2026-10-12T05:44:13.641" v="991" actId="1076"/>
          <ac:spMkLst>
            <pc:docMk/>
            <pc:sldMk cId="2346361280" sldId="275"/>
            <ac:spMk id="20" creationId="{4D8F2E74-D811-4744-2281-DEB384B12D3A}"/>
          </ac:spMkLst>
        </pc:spChg>
        <pc:spChg chg="add del">
          <ac:chgData name="Amouie, Maziar SCAN-DRP/C/26" userId="e6e7c6b2-78b2-4fc5-ae48-f4dd7bd404bd" providerId="ADAL" clId="{95631E26-0E9D-47DC-8C70-A5EC1E0EBDA6}" dt="2026-10-12T05:41:40.507" v="983" actId="26606"/>
          <ac:spMkLst>
            <pc:docMk/>
            <pc:sldMk cId="2346361280" sldId="275"/>
            <ac:spMk id="21" creationId="{F3060C83-F051-4F0E-ABAD-AA0DFC48B218}"/>
          </ac:spMkLst>
        </pc:spChg>
        <pc:spChg chg="add del">
          <ac:chgData name="Amouie, Maziar SCAN-DRP/C/26" userId="e6e7c6b2-78b2-4fc5-ae48-f4dd7bd404bd" providerId="ADAL" clId="{95631E26-0E9D-47DC-8C70-A5EC1E0EBDA6}" dt="2026-10-12T05:41:40.507" v="983" actId="26606"/>
          <ac:spMkLst>
            <pc:docMk/>
            <pc:sldMk cId="2346361280" sldId="275"/>
            <ac:spMk id="23" creationId="{83C98ABE-055B-441F-B07E-44F97F083C39}"/>
          </ac:spMkLst>
        </pc:spChg>
        <pc:spChg chg="add del">
          <ac:chgData name="Amouie, Maziar SCAN-DRP/C/26" userId="e6e7c6b2-78b2-4fc5-ae48-f4dd7bd404bd" providerId="ADAL" clId="{95631E26-0E9D-47DC-8C70-A5EC1E0EBDA6}" dt="2026-10-12T05:41:40.507" v="983" actId="26606"/>
          <ac:spMkLst>
            <pc:docMk/>
            <pc:sldMk cId="2346361280" sldId="275"/>
            <ac:spMk id="25" creationId="{29FDB030-9B49-4CED-8CCD-4D99382388AC}"/>
          </ac:spMkLst>
        </pc:spChg>
        <pc:spChg chg="add del">
          <ac:chgData name="Amouie, Maziar SCAN-DRP/C/26" userId="e6e7c6b2-78b2-4fc5-ae48-f4dd7bd404bd" providerId="ADAL" clId="{95631E26-0E9D-47DC-8C70-A5EC1E0EBDA6}" dt="2026-10-12T05:41:40.507" v="983" actId="26606"/>
          <ac:spMkLst>
            <pc:docMk/>
            <pc:sldMk cId="2346361280" sldId="275"/>
            <ac:spMk id="27" creationId="{3783CA14-24A1-485C-8B30-D6A5D87987AD}"/>
          </ac:spMkLst>
        </pc:spChg>
        <pc:spChg chg="add del">
          <ac:chgData name="Amouie, Maziar SCAN-DRP/C/26" userId="e6e7c6b2-78b2-4fc5-ae48-f4dd7bd404bd" providerId="ADAL" clId="{95631E26-0E9D-47DC-8C70-A5EC1E0EBDA6}" dt="2026-10-12T05:41:40.507" v="983" actId="26606"/>
          <ac:spMkLst>
            <pc:docMk/>
            <pc:sldMk cId="2346361280" sldId="275"/>
            <ac:spMk id="29" creationId="{9A97C86A-04D6-40F7-AE84-31AB43E6A846}"/>
          </ac:spMkLst>
        </pc:spChg>
        <pc:spChg chg="add del">
          <ac:chgData name="Amouie, Maziar SCAN-DRP/C/26" userId="e6e7c6b2-78b2-4fc5-ae48-f4dd7bd404bd" providerId="ADAL" clId="{95631E26-0E9D-47DC-8C70-A5EC1E0EBDA6}" dt="2026-10-12T05:41:40.507" v="983" actId="26606"/>
          <ac:spMkLst>
            <pc:docMk/>
            <pc:sldMk cId="2346361280" sldId="275"/>
            <ac:spMk id="31" creationId="{FF9F2414-84E8-453E-B1F3-389FDE8192D9}"/>
          </ac:spMkLst>
        </pc:spChg>
        <pc:spChg chg="add del">
          <ac:chgData name="Amouie, Maziar SCAN-DRP/C/26" userId="e6e7c6b2-78b2-4fc5-ae48-f4dd7bd404bd" providerId="ADAL" clId="{95631E26-0E9D-47DC-8C70-A5EC1E0EBDA6}" dt="2026-10-12T05:41:40.507" v="983" actId="26606"/>
          <ac:spMkLst>
            <pc:docMk/>
            <pc:sldMk cId="2346361280" sldId="275"/>
            <ac:spMk id="33" creationId="{3ECA69A1-7536-43AC-85EF-C7106179F5ED}"/>
          </ac:spMkLst>
        </pc:spChg>
        <pc:graphicFrameChg chg="add mod modGraphic">
          <ac:chgData name="Amouie, Maziar SCAN-DRP/C/26" userId="e6e7c6b2-78b2-4fc5-ae48-f4dd7bd404bd" providerId="ADAL" clId="{95631E26-0E9D-47DC-8C70-A5EC1E0EBDA6}" dt="2026-10-12T05:42:54.919" v="989" actId="1076"/>
          <ac:graphicFrameMkLst>
            <pc:docMk/>
            <pc:sldMk cId="2346361280" sldId="275"/>
            <ac:graphicFrameMk id="16" creationId="{08A845C1-BB7F-BE83-A10A-ECEF8DC4D34E}"/>
          </ac:graphicFrameMkLst>
        </pc:graphicFrameChg>
      </pc:sldChg>
      <pc:sldChg chg="delSp modSp add del mod setBg">
        <pc:chgData name="Amouie, Maziar SCAN-DRP/C/26" userId="e6e7c6b2-78b2-4fc5-ae48-f4dd7bd404bd" providerId="ADAL" clId="{95631E26-0E9D-47DC-8C70-A5EC1E0EBDA6}" dt="2026-10-12T05:22:00.382" v="900" actId="47"/>
        <pc:sldMkLst>
          <pc:docMk/>
          <pc:sldMk cId="0" sldId="276"/>
        </pc:sldMkLst>
        <pc:spChg chg="mod">
          <ac:chgData name="Amouie, Maziar SCAN-DRP/C/26" userId="e6e7c6b2-78b2-4fc5-ae48-f4dd7bd404bd" providerId="ADAL" clId="{95631E26-0E9D-47DC-8C70-A5EC1E0EBDA6}" dt="2026-10-12T05:19:00.190" v="712" actId="14100"/>
          <ac:spMkLst>
            <pc:docMk/>
            <pc:sldMk cId="0" sldId="276"/>
            <ac:spMk id="2"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4" creationId="{00000000-0000-0000-0000-000000000000}"/>
          </ac:spMkLst>
        </pc:spChg>
        <pc:spChg chg="mod">
          <ac:chgData name="Amouie, Maziar SCAN-DRP/C/26" userId="e6e7c6b2-78b2-4fc5-ae48-f4dd7bd404bd" providerId="ADAL" clId="{95631E26-0E9D-47DC-8C70-A5EC1E0EBDA6}" dt="2026-10-12T05:16:23.548" v="464" actId="1037"/>
          <ac:spMkLst>
            <pc:docMk/>
            <pc:sldMk cId="0" sldId="276"/>
            <ac:spMk id="5"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6" creationId="{00000000-0000-0000-0000-000000000000}"/>
          </ac:spMkLst>
        </pc:spChg>
        <pc:spChg chg="mod">
          <ac:chgData name="Amouie, Maziar SCAN-DRP/C/26" userId="e6e7c6b2-78b2-4fc5-ae48-f4dd7bd404bd" providerId="ADAL" clId="{95631E26-0E9D-47DC-8C70-A5EC1E0EBDA6}" dt="2026-10-12T05:17:52.004" v="662" actId="1036"/>
          <ac:spMkLst>
            <pc:docMk/>
            <pc:sldMk cId="0" sldId="276"/>
            <ac:spMk id="7"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8"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9"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0"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1" creationId="{00000000-0000-0000-0000-000000000000}"/>
          </ac:spMkLst>
        </pc:spChg>
        <pc:spChg chg="mod">
          <ac:chgData name="Amouie, Maziar SCAN-DRP/C/26" userId="e6e7c6b2-78b2-4fc5-ae48-f4dd7bd404bd" providerId="ADAL" clId="{95631E26-0E9D-47DC-8C70-A5EC1E0EBDA6}" dt="2026-10-12T05:18:02.525" v="680" actId="1036"/>
          <ac:spMkLst>
            <pc:docMk/>
            <pc:sldMk cId="0" sldId="276"/>
            <ac:spMk id="12"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3"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4"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5" creationId="{00000000-0000-0000-0000-000000000000}"/>
          </ac:spMkLst>
        </pc:spChg>
        <pc:spChg chg="mod">
          <ac:chgData name="Amouie, Maziar SCAN-DRP/C/26" userId="e6e7c6b2-78b2-4fc5-ae48-f4dd7bd404bd" providerId="ADAL" clId="{95631E26-0E9D-47DC-8C70-A5EC1E0EBDA6}" dt="2026-10-12T05:18:07.523" v="689" actId="1037"/>
          <ac:spMkLst>
            <pc:docMk/>
            <pc:sldMk cId="0" sldId="276"/>
            <ac:spMk id="16" creationId="{00000000-0000-0000-0000-000000000000}"/>
          </ac:spMkLst>
        </pc:spChg>
        <pc:spChg chg="mod">
          <ac:chgData name="Amouie, Maziar SCAN-DRP/C/26" userId="e6e7c6b2-78b2-4fc5-ae48-f4dd7bd404bd" providerId="ADAL" clId="{95631E26-0E9D-47DC-8C70-A5EC1E0EBDA6}" dt="2026-10-12T05:18:55.508" v="711" actId="1036"/>
          <ac:spMkLst>
            <pc:docMk/>
            <pc:sldMk cId="0" sldId="276"/>
            <ac:spMk id="17"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18"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19"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0"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2"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4"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5"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6"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7"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8" creationId="{00000000-0000-0000-0000-000000000000}"/>
          </ac:spMkLst>
        </pc:spChg>
        <pc:spChg chg="del">
          <ac:chgData name="Amouie, Maziar SCAN-DRP/C/26" userId="e6e7c6b2-78b2-4fc5-ae48-f4dd7bd404bd" providerId="ADAL" clId="{95631E26-0E9D-47DC-8C70-A5EC1E0EBDA6}" dt="2026-10-12T05:16:57.341" v="504" actId="478"/>
          <ac:spMkLst>
            <pc:docMk/>
            <pc:sldMk cId="0" sldId="276"/>
            <ac:spMk id="29" creationId="{00000000-0000-0000-0000-000000000000}"/>
          </ac:spMkLst>
        </pc:spChg>
        <pc:spChg chg="del">
          <ac:chgData name="Amouie, Maziar SCAN-DRP/C/26" userId="e6e7c6b2-78b2-4fc5-ae48-f4dd7bd404bd" providerId="ADAL" clId="{95631E26-0E9D-47DC-8C70-A5EC1E0EBDA6}" dt="2026-10-12T05:14:56.317" v="402" actId="478"/>
          <ac:spMkLst>
            <pc:docMk/>
            <pc:sldMk cId="0" sldId="276"/>
            <ac:spMk id="32" creationId="{13DD7E45-D465-56A0-FA59-3DE8769184D1}"/>
          </ac:spMkLst>
        </pc:spChg>
        <pc:spChg chg="mod">
          <ac:chgData name="Amouie, Maziar SCAN-DRP/C/26" userId="e6e7c6b2-78b2-4fc5-ae48-f4dd7bd404bd" providerId="ADAL" clId="{95631E26-0E9D-47DC-8C70-A5EC1E0EBDA6}" dt="2026-10-12T05:18:37.661" v="691" actId="14100"/>
          <ac:spMkLst>
            <pc:docMk/>
            <pc:sldMk cId="0" sldId="276"/>
            <ac:spMk id="34" creationId="{7D659B82-25D6-683D-D791-C5867F588566}"/>
          </ac:spMkLst>
        </pc:spChg>
      </pc:sldChg>
      <pc:sldChg chg="delSp modSp add mod modClrScheme chgLayout">
        <pc:chgData name="Amouie, Maziar SCAN-DRP/C/26" userId="e6e7c6b2-78b2-4fc5-ae48-f4dd7bd404bd" providerId="ADAL" clId="{95631E26-0E9D-47DC-8C70-A5EC1E0EBDA6}" dt="2026-10-12T05:47:33.929" v="1034" actId="1036"/>
        <pc:sldMkLst>
          <pc:docMk/>
          <pc:sldMk cId="3303165845" sldId="276"/>
        </pc:sldMkLst>
        <pc:spChg chg="mod">
          <ac:chgData name="Amouie, Maziar SCAN-DRP/C/26" userId="e6e7c6b2-78b2-4fc5-ae48-f4dd7bd404bd" providerId="ADAL" clId="{95631E26-0E9D-47DC-8C70-A5EC1E0EBDA6}" dt="2026-10-12T05:47:27.399" v="1012" actId="1076"/>
          <ac:spMkLst>
            <pc:docMk/>
            <pc:sldMk cId="3303165845" sldId="276"/>
            <ac:spMk id="2" creationId="{2AB46648-A238-F402-02BB-2A0326309007}"/>
          </ac:spMkLst>
        </pc:spChg>
        <pc:spChg chg="mod">
          <ac:chgData name="Amouie, Maziar SCAN-DRP/C/26" userId="e6e7c6b2-78b2-4fc5-ae48-f4dd7bd404bd" providerId="ADAL" clId="{95631E26-0E9D-47DC-8C70-A5EC1E0EBDA6}" dt="2026-10-12T05:46:25.582" v="1007" actId="1076"/>
          <ac:spMkLst>
            <pc:docMk/>
            <pc:sldMk cId="3303165845" sldId="276"/>
            <ac:spMk id="13" creationId="{8B331207-BF40-9CD9-D010-357619EFE563}"/>
          </ac:spMkLst>
        </pc:spChg>
        <pc:spChg chg="mod">
          <ac:chgData name="Amouie, Maziar SCAN-DRP/C/26" userId="e6e7c6b2-78b2-4fc5-ae48-f4dd7bd404bd" providerId="ADAL" clId="{95631E26-0E9D-47DC-8C70-A5EC1E0EBDA6}" dt="2026-10-12T05:46:21.659" v="1006" actId="1076"/>
          <ac:spMkLst>
            <pc:docMk/>
            <pc:sldMk cId="3303165845" sldId="276"/>
            <ac:spMk id="14" creationId="{AE77400E-B4C4-22FD-B3AF-1EB40211CC6B}"/>
          </ac:spMkLst>
        </pc:spChg>
        <pc:spChg chg="del mod">
          <ac:chgData name="Amouie, Maziar SCAN-DRP/C/26" userId="e6e7c6b2-78b2-4fc5-ae48-f4dd7bd404bd" providerId="ADAL" clId="{95631E26-0E9D-47DC-8C70-A5EC1E0EBDA6}" dt="2026-10-12T05:46:12.364" v="1005" actId="478"/>
          <ac:spMkLst>
            <pc:docMk/>
            <pc:sldMk cId="3303165845" sldId="276"/>
            <ac:spMk id="15" creationId="{2E86B16D-62DA-49D4-2B68-F37E697E12BE}"/>
          </ac:spMkLst>
        </pc:spChg>
        <pc:spChg chg="mod">
          <ac:chgData name="Amouie, Maziar SCAN-DRP/C/26" userId="e6e7c6b2-78b2-4fc5-ae48-f4dd7bd404bd" providerId="ADAL" clId="{95631E26-0E9D-47DC-8C70-A5EC1E0EBDA6}" dt="2026-10-12T05:46:28.567" v="1008" actId="1076"/>
          <ac:spMkLst>
            <pc:docMk/>
            <pc:sldMk cId="3303165845" sldId="276"/>
            <ac:spMk id="16" creationId="{D5331801-9CC4-25D5-1EFE-D04511CFBC72}"/>
          </ac:spMkLst>
        </pc:spChg>
        <pc:spChg chg="mod">
          <ac:chgData name="Amouie, Maziar SCAN-DRP/C/26" userId="e6e7c6b2-78b2-4fc5-ae48-f4dd7bd404bd" providerId="ADAL" clId="{95631E26-0E9D-47DC-8C70-A5EC1E0EBDA6}" dt="2026-10-12T05:46:03.545" v="1002" actId="20577"/>
          <ac:spMkLst>
            <pc:docMk/>
            <pc:sldMk cId="3303165845" sldId="276"/>
            <ac:spMk id="17" creationId="{B90885E4-26EC-D526-2258-DC0306FE4C19}"/>
          </ac:spMkLst>
        </pc:spChg>
        <pc:spChg chg="mod">
          <ac:chgData name="Amouie, Maziar SCAN-DRP/C/26" userId="e6e7c6b2-78b2-4fc5-ae48-f4dd7bd404bd" providerId="ADAL" clId="{95631E26-0E9D-47DC-8C70-A5EC1E0EBDA6}" dt="2026-10-12T05:47:33.929" v="1034" actId="1036"/>
          <ac:spMkLst>
            <pc:docMk/>
            <pc:sldMk cId="3303165845" sldId="276"/>
            <ac:spMk id="21" creationId="{AE41E96D-7218-0F0B-DD09-491F7966643D}"/>
          </ac:spMkLst>
        </pc:spChg>
        <pc:picChg chg="mod">
          <ac:chgData name="Amouie, Maziar SCAN-DRP/C/26" userId="e6e7c6b2-78b2-4fc5-ae48-f4dd7bd404bd" providerId="ADAL" clId="{95631E26-0E9D-47DC-8C70-A5EC1E0EBDA6}" dt="2026-10-12T05:47:33.929" v="1034" actId="1036"/>
          <ac:picMkLst>
            <pc:docMk/>
            <pc:sldMk cId="3303165845" sldId="276"/>
            <ac:picMk id="19" creationId="{BC83488B-1B2E-805A-7A2A-F71DE045146C}"/>
          </ac:picMkLst>
        </pc:picChg>
      </pc:sldChg>
      <pc:sldChg chg="delSp modSp new mod">
        <pc:chgData name="Amouie, Maziar SCAN-DRP/C/26" userId="e6e7c6b2-78b2-4fc5-ae48-f4dd7bd404bd" providerId="ADAL" clId="{95631E26-0E9D-47DC-8C70-A5EC1E0EBDA6}" dt="2026-10-12T06:16:19.567" v="1095" actId="1076"/>
        <pc:sldMkLst>
          <pc:docMk/>
          <pc:sldMk cId="1615693244" sldId="277"/>
        </pc:sldMkLst>
        <pc:spChg chg="mod">
          <ac:chgData name="Amouie, Maziar SCAN-DRP/C/26" userId="e6e7c6b2-78b2-4fc5-ae48-f4dd7bd404bd" providerId="ADAL" clId="{95631E26-0E9D-47DC-8C70-A5EC1E0EBDA6}" dt="2026-10-12T05:55:15.262" v="1045" actId="14100"/>
          <ac:spMkLst>
            <pc:docMk/>
            <pc:sldMk cId="1615693244" sldId="277"/>
            <ac:spMk id="4" creationId="{B04DEE2B-01D3-F57B-97A9-4FCC1461AF5B}"/>
          </ac:spMkLst>
        </pc:spChg>
        <pc:spChg chg="mod">
          <ac:chgData name="Amouie, Maziar SCAN-DRP/C/26" userId="e6e7c6b2-78b2-4fc5-ae48-f4dd7bd404bd" providerId="ADAL" clId="{95631E26-0E9D-47DC-8C70-A5EC1E0EBDA6}" dt="2026-10-12T05:55:17.729" v="1046" actId="1076"/>
          <ac:spMkLst>
            <pc:docMk/>
            <pc:sldMk cId="1615693244" sldId="277"/>
            <ac:spMk id="6" creationId="{73D48C60-7815-23FA-ACDE-0F928A9D7D62}"/>
          </ac:spMkLst>
        </pc:spChg>
        <pc:spChg chg="del mod">
          <ac:chgData name="Amouie, Maziar SCAN-DRP/C/26" userId="e6e7c6b2-78b2-4fc5-ae48-f4dd7bd404bd" providerId="ADAL" clId="{95631E26-0E9D-47DC-8C70-A5EC1E0EBDA6}" dt="2026-10-12T05:56:46.996" v="1052" actId="478"/>
          <ac:spMkLst>
            <pc:docMk/>
            <pc:sldMk cId="1615693244" sldId="277"/>
            <ac:spMk id="8" creationId="{8F948A8A-2A89-DE95-4B99-5C41D2E6A9D8}"/>
          </ac:spMkLst>
        </pc:spChg>
        <pc:spChg chg="mod">
          <ac:chgData name="Amouie, Maziar SCAN-DRP/C/26" userId="e6e7c6b2-78b2-4fc5-ae48-f4dd7bd404bd" providerId="ADAL" clId="{95631E26-0E9D-47DC-8C70-A5EC1E0EBDA6}" dt="2026-10-12T05:56:51.550" v="1053" actId="1076"/>
          <ac:spMkLst>
            <pc:docMk/>
            <pc:sldMk cId="1615693244" sldId="277"/>
            <ac:spMk id="10" creationId="{0DF80485-83B1-058E-F64F-BF1FDE8FDC6D}"/>
          </ac:spMkLst>
        </pc:spChg>
        <pc:spChg chg="mod">
          <ac:chgData name="Amouie, Maziar SCAN-DRP/C/26" userId="e6e7c6b2-78b2-4fc5-ae48-f4dd7bd404bd" providerId="ADAL" clId="{95631E26-0E9D-47DC-8C70-A5EC1E0EBDA6}" dt="2026-10-12T06:16:19.567" v="1095" actId="1076"/>
          <ac:spMkLst>
            <pc:docMk/>
            <pc:sldMk cId="1615693244" sldId="277"/>
            <ac:spMk id="12" creationId="{CB211C9F-1688-F4EE-8B18-C6DD0BD39218}"/>
          </ac:spMkLst>
        </pc:spChg>
      </pc:sldChg>
      <pc:sldChg chg="addSp delSp modSp new mod modClrScheme chgLayout">
        <pc:chgData name="Amouie, Maziar SCAN-DRP/C/26" userId="e6e7c6b2-78b2-4fc5-ae48-f4dd7bd404bd" providerId="ADAL" clId="{95631E26-0E9D-47DC-8C70-A5EC1E0EBDA6}" dt="2026-10-12T06:12:26.335" v="1093" actId="478"/>
        <pc:sldMkLst>
          <pc:docMk/>
          <pc:sldMk cId="2129454012" sldId="278"/>
        </pc:sldMkLst>
        <pc:spChg chg="del">
          <ac:chgData name="Amouie, Maziar SCAN-DRP/C/26" userId="e6e7c6b2-78b2-4fc5-ae48-f4dd7bd404bd" providerId="ADAL" clId="{95631E26-0E9D-47DC-8C70-A5EC1E0EBDA6}" dt="2026-10-12T06:08:50.482" v="1058" actId="700"/>
          <ac:spMkLst>
            <pc:docMk/>
            <pc:sldMk cId="2129454012" sldId="278"/>
            <ac:spMk id="2" creationId="{90D5F49A-6B7E-8A09-2ACE-27A901AB88E7}"/>
          </ac:spMkLst>
        </pc:spChg>
        <pc:spChg chg="del">
          <ac:chgData name="Amouie, Maziar SCAN-DRP/C/26" userId="e6e7c6b2-78b2-4fc5-ae48-f4dd7bd404bd" providerId="ADAL" clId="{95631E26-0E9D-47DC-8C70-A5EC1E0EBDA6}" dt="2026-10-12T06:08:50.482" v="1058" actId="700"/>
          <ac:spMkLst>
            <pc:docMk/>
            <pc:sldMk cId="2129454012" sldId="278"/>
            <ac:spMk id="3" creationId="{87DE5E33-B4CC-5D1F-EFF2-B089E8FF2373}"/>
          </ac:spMkLst>
        </pc:spChg>
        <pc:spChg chg="del">
          <ac:chgData name="Amouie, Maziar SCAN-DRP/C/26" userId="e6e7c6b2-78b2-4fc5-ae48-f4dd7bd404bd" providerId="ADAL" clId="{95631E26-0E9D-47DC-8C70-A5EC1E0EBDA6}" dt="2026-10-12T06:08:50.482" v="1058" actId="700"/>
          <ac:spMkLst>
            <pc:docMk/>
            <pc:sldMk cId="2129454012" sldId="278"/>
            <ac:spMk id="4" creationId="{71511220-9E99-EDA1-ABC7-E53F2D0F989B}"/>
          </ac:spMkLst>
        </pc:spChg>
        <pc:spChg chg="mod ord">
          <ac:chgData name="Amouie, Maziar SCAN-DRP/C/26" userId="e6e7c6b2-78b2-4fc5-ae48-f4dd7bd404bd" providerId="ADAL" clId="{95631E26-0E9D-47DC-8C70-A5EC1E0EBDA6}" dt="2026-10-12T06:08:50.482" v="1058" actId="700"/>
          <ac:spMkLst>
            <pc:docMk/>
            <pc:sldMk cId="2129454012" sldId="278"/>
            <ac:spMk id="5" creationId="{6E2F9799-8D4B-13AD-674E-2B235F0AFF05}"/>
          </ac:spMkLst>
        </pc:spChg>
        <pc:spChg chg="mod">
          <ac:chgData name="Amouie, Maziar SCAN-DRP/C/26" userId="e6e7c6b2-78b2-4fc5-ae48-f4dd7bd404bd" providerId="ADAL" clId="{95631E26-0E9D-47DC-8C70-A5EC1E0EBDA6}" dt="2026-10-12T06:09:35.468" v="1063" actId="14100"/>
          <ac:spMkLst>
            <pc:docMk/>
            <pc:sldMk cId="2129454012" sldId="278"/>
            <ac:spMk id="7" creationId="{8ADA86F4-E56C-E73A-82E2-1CBC6EF0F937}"/>
          </ac:spMkLst>
        </pc:spChg>
        <pc:spChg chg="mod">
          <ac:chgData name="Amouie, Maziar SCAN-DRP/C/26" userId="e6e7c6b2-78b2-4fc5-ae48-f4dd7bd404bd" providerId="ADAL" clId="{95631E26-0E9D-47DC-8C70-A5EC1E0EBDA6}" dt="2026-10-12T06:11:07.023" v="1081" actId="6549"/>
          <ac:spMkLst>
            <pc:docMk/>
            <pc:sldMk cId="2129454012" sldId="278"/>
            <ac:spMk id="9" creationId="{EBCEFC91-67EB-9931-996F-AC765AFC8636}"/>
          </ac:spMkLst>
        </pc:spChg>
        <pc:spChg chg="mod">
          <ac:chgData name="Amouie, Maziar SCAN-DRP/C/26" userId="e6e7c6b2-78b2-4fc5-ae48-f4dd7bd404bd" providerId="ADAL" clId="{95631E26-0E9D-47DC-8C70-A5EC1E0EBDA6}" dt="2026-10-12T06:11:58.995" v="1087" actId="1076"/>
          <ac:spMkLst>
            <pc:docMk/>
            <pc:sldMk cId="2129454012" sldId="278"/>
            <ac:spMk id="11" creationId="{F1AC3E16-82E8-7922-473B-21759E044BF3}"/>
          </ac:spMkLst>
        </pc:spChg>
        <pc:spChg chg="add del mod">
          <ac:chgData name="Amouie, Maziar SCAN-DRP/C/26" userId="e6e7c6b2-78b2-4fc5-ae48-f4dd7bd404bd" providerId="ADAL" clId="{95631E26-0E9D-47DC-8C70-A5EC1E0EBDA6}" dt="2026-10-12T06:12:26.335" v="1093" actId="478"/>
          <ac:spMkLst>
            <pc:docMk/>
            <pc:sldMk cId="2129454012" sldId="278"/>
            <ac:spMk id="15" creationId="{87C6C5F5-0970-7FAD-41B3-C05A37AFACEA}"/>
          </ac:spMkLst>
        </pc:spChg>
        <pc:picChg chg="add del">
          <ac:chgData name="Amouie, Maziar SCAN-DRP/C/26" userId="e6e7c6b2-78b2-4fc5-ae48-f4dd7bd404bd" providerId="ADAL" clId="{95631E26-0E9D-47DC-8C70-A5EC1E0EBDA6}" dt="2026-10-12T06:12:14.965" v="1089" actId="22"/>
          <ac:picMkLst>
            <pc:docMk/>
            <pc:sldMk cId="2129454012" sldId="278"/>
            <ac:picMk id="13" creationId="{54326115-6A23-4C8B-A662-2363158444B3}"/>
          </ac:picMkLst>
        </pc:picChg>
      </pc:sldChg>
      <pc:sldMasterChg chg="delSldLayout">
        <pc:chgData name="Amouie, Maziar SCAN-DRP/C/26" userId="e6e7c6b2-78b2-4fc5-ae48-f4dd7bd404bd" providerId="ADAL" clId="{95631E26-0E9D-47DC-8C70-A5EC1E0EBDA6}" dt="2026-10-11T14:56:22.180" v="203" actId="2696"/>
        <pc:sldMasterMkLst>
          <pc:docMk/>
          <pc:sldMasterMk cId="1433849473" sldId="2147483648"/>
        </pc:sldMasterMkLst>
        <pc:sldLayoutChg chg="del">
          <pc:chgData name="Amouie, Maziar SCAN-DRP/C/26" userId="e6e7c6b2-78b2-4fc5-ae48-f4dd7bd404bd" providerId="ADAL" clId="{95631E26-0E9D-47DC-8C70-A5EC1E0EBDA6}" dt="2026-10-11T14:56:22.180" v="203" actId="2696"/>
          <pc:sldLayoutMkLst>
            <pc:docMk/>
            <pc:sldMasterMk cId="1433849473" sldId="2147483648"/>
            <pc:sldLayoutMk cId="596224525" sldId="214748366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4085CA-8F11-6741-95E0-6DA29D564649}"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741121-51B4-3F43-A580-03058B97DAB2}" type="slidenum">
              <a:rPr lang="en-US" smtClean="0"/>
              <a:t>‹#›</a:t>
            </a:fld>
            <a:endParaRPr lang="en-US"/>
          </a:p>
        </p:txBody>
      </p:sp>
    </p:spTree>
    <p:extLst>
      <p:ext uri="{BB962C8B-B14F-4D97-AF65-F5344CB8AC3E}">
        <p14:creationId xmlns:p14="http://schemas.microsoft.com/office/powerpoint/2010/main" val="2555662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89F0-6FA8-A52E-39A3-F3456667A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AA110-9B6E-FEB0-B73B-0DE2CC2C3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46D60-5227-DA12-95EA-43271FC6A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3A15F-1872-2EF1-BA36-04C4ACD004F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08660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04775" y="1184563"/>
            <a:ext cx="10289406" cy="2325399"/>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904775" y="3602038"/>
            <a:ext cx="102894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95BEADF-9407-7843-8BB4-195D42B081DB}" type="datetime1">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23388054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066D736-4FFD-AB4E-A4D4-F349882FF6B8}" type="datetime1">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3349871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6994EA7-88B3-824F-8F00-1C905FFB96F2}" type="datetime1">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223860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124009"/>
            <a:ext cx="5181600" cy="42190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124009"/>
            <a:ext cx="5181600" cy="421903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A461AF-A5EE-CF4C-8D0F-CD36B0245F39}" type="datetime1">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3393084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1178002"/>
            <a:ext cx="10515600" cy="1028952"/>
          </a:xfrm>
        </p:spPr>
        <p:txBody>
          <a:bodyPr/>
          <a:lstStyle/>
          <a:p>
            <a:r>
              <a:rPr lang="en-US" dirty="0"/>
              <a:t>Click to edit Master title style</a:t>
            </a:r>
          </a:p>
        </p:txBody>
      </p:sp>
      <p:sp>
        <p:nvSpPr>
          <p:cNvPr id="3" name="Text Placeholder 2"/>
          <p:cNvSpPr>
            <a:spLocks noGrp="1"/>
          </p:cNvSpPr>
          <p:nvPr>
            <p:ph type="body" idx="1"/>
          </p:nvPr>
        </p:nvSpPr>
        <p:spPr>
          <a:xfrm>
            <a:off x="839788" y="2197429"/>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3021341"/>
            <a:ext cx="5157787" cy="33437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2197429"/>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21341"/>
            <a:ext cx="5183188" cy="33437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336884" y="6365059"/>
            <a:ext cx="2743200" cy="344737"/>
          </a:xfrm>
        </p:spPr>
        <p:txBody>
          <a:bodyPr/>
          <a:lstStyle/>
          <a:p>
            <a:fld id="{A92A1223-12AA-C943-9EBA-B669698EC062}" type="datetime1">
              <a:rPr lang="en-US" smtClean="0"/>
              <a:t>10/11/2026</a:t>
            </a:fld>
            <a:endParaRPr lang="en-US"/>
          </a:p>
        </p:txBody>
      </p:sp>
      <p:sp>
        <p:nvSpPr>
          <p:cNvPr id="8" name="Footer Placeholder 7"/>
          <p:cNvSpPr>
            <a:spLocks noGrp="1"/>
          </p:cNvSpPr>
          <p:nvPr>
            <p:ph type="ftr" sz="quarter" idx="11"/>
          </p:nvPr>
        </p:nvSpPr>
        <p:spPr>
          <a:xfrm>
            <a:off x="4038600" y="6348851"/>
            <a:ext cx="4114800" cy="365125"/>
          </a:xfrm>
        </p:spPr>
        <p:txBody>
          <a:bodyPr/>
          <a:lstStyle/>
          <a:p>
            <a:endParaRPr lang="en-US"/>
          </a:p>
        </p:txBody>
      </p:sp>
      <p:sp>
        <p:nvSpPr>
          <p:cNvPr id="9" name="Slide Number Placeholder 8"/>
          <p:cNvSpPr>
            <a:spLocks noGrp="1"/>
          </p:cNvSpPr>
          <p:nvPr>
            <p:ph type="sldNum" sz="quarter" idx="12"/>
          </p:nvPr>
        </p:nvSpPr>
        <p:spPr>
          <a:xfrm>
            <a:off x="9200147" y="6348851"/>
            <a:ext cx="2743200" cy="365125"/>
          </a:xfrm>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3099491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212352"/>
            <a:ext cx="10515600" cy="1151856"/>
          </a:xfrm>
        </p:spPr>
        <p:txBody>
          <a:bodyPr/>
          <a:lstStyle/>
          <a:p>
            <a:r>
              <a:rPr lang="en-US"/>
              <a:t>Click to edit Master title style</a:t>
            </a:r>
          </a:p>
        </p:txBody>
      </p:sp>
      <p:sp>
        <p:nvSpPr>
          <p:cNvPr id="3" name="Date Placeholder 2"/>
          <p:cNvSpPr>
            <a:spLocks noGrp="1"/>
          </p:cNvSpPr>
          <p:nvPr>
            <p:ph type="dt" sz="half" idx="10"/>
          </p:nvPr>
        </p:nvSpPr>
        <p:spPr>
          <a:xfrm>
            <a:off x="336884" y="6365059"/>
            <a:ext cx="2743200" cy="344737"/>
          </a:xfrm>
        </p:spPr>
        <p:txBody>
          <a:bodyPr/>
          <a:lstStyle/>
          <a:p>
            <a:fld id="{360FFD05-9A48-7845-8EB1-F0F535AF26EA}" type="datetime1">
              <a:rPr lang="en-US" smtClean="0"/>
              <a:t>10/11/2026</a:t>
            </a:fld>
            <a:endParaRPr lang="en-US"/>
          </a:p>
        </p:txBody>
      </p:sp>
      <p:sp>
        <p:nvSpPr>
          <p:cNvPr id="4" name="Footer Placeholder 3"/>
          <p:cNvSpPr>
            <a:spLocks noGrp="1"/>
          </p:cNvSpPr>
          <p:nvPr>
            <p:ph type="ftr" sz="quarter" idx="11"/>
          </p:nvPr>
        </p:nvSpPr>
        <p:spPr>
          <a:xfrm>
            <a:off x="4038600" y="6348851"/>
            <a:ext cx="4114800" cy="365125"/>
          </a:xfrm>
        </p:spPr>
        <p:txBody>
          <a:bodyPr/>
          <a:lstStyle/>
          <a:p>
            <a:endParaRPr lang="en-US"/>
          </a:p>
        </p:txBody>
      </p:sp>
      <p:sp>
        <p:nvSpPr>
          <p:cNvPr id="5" name="Slide Number Placeholder 4"/>
          <p:cNvSpPr>
            <a:spLocks noGrp="1"/>
          </p:cNvSpPr>
          <p:nvPr>
            <p:ph type="sldNum" sz="quarter" idx="12"/>
          </p:nvPr>
        </p:nvSpPr>
        <p:spPr>
          <a:xfrm>
            <a:off x="9200147" y="6348851"/>
            <a:ext cx="2743200" cy="365125"/>
          </a:xfrm>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1680375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36884" y="6344277"/>
            <a:ext cx="2743200" cy="344737"/>
          </a:xfrm>
        </p:spPr>
        <p:txBody>
          <a:bodyPr/>
          <a:lstStyle/>
          <a:p>
            <a:fld id="{D07F2D62-17F7-1D47-8A14-8C5D0238809C}" type="datetime1">
              <a:rPr lang="en-US" smtClean="0"/>
              <a:t>10/11/2026</a:t>
            </a:fld>
            <a:endParaRPr lang="en-US"/>
          </a:p>
        </p:txBody>
      </p:sp>
      <p:sp>
        <p:nvSpPr>
          <p:cNvPr id="3" name="Footer Placeholder 2"/>
          <p:cNvSpPr>
            <a:spLocks noGrp="1"/>
          </p:cNvSpPr>
          <p:nvPr>
            <p:ph type="ftr" sz="quarter" idx="11"/>
          </p:nvPr>
        </p:nvSpPr>
        <p:spPr>
          <a:xfrm>
            <a:off x="4038600" y="6328069"/>
            <a:ext cx="4114800" cy="365125"/>
          </a:xfrm>
        </p:spPr>
        <p:txBody>
          <a:bodyPr/>
          <a:lstStyle/>
          <a:p>
            <a:endParaRPr lang="en-US"/>
          </a:p>
        </p:txBody>
      </p:sp>
      <p:sp>
        <p:nvSpPr>
          <p:cNvPr id="4" name="Slide Number Placeholder 3"/>
          <p:cNvSpPr>
            <a:spLocks noGrp="1"/>
          </p:cNvSpPr>
          <p:nvPr>
            <p:ph type="sldNum" sz="quarter" idx="12"/>
          </p:nvPr>
        </p:nvSpPr>
        <p:spPr>
          <a:xfrm>
            <a:off x="9200147" y="6328069"/>
            <a:ext cx="2743200" cy="365125"/>
          </a:xfrm>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560652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1190033"/>
            <a:ext cx="3932237" cy="1537632"/>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1574562"/>
            <a:ext cx="6172200" cy="479507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727665"/>
            <a:ext cx="3932237" cy="364196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a:xfrm>
            <a:off x="336884" y="6365059"/>
            <a:ext cx="2743200" cy="344737"/>
          </a:xfrm>
        </p:spPr>
        <p:txBody>
          <a:bodyPr/>
          <a:lstStyle/>
          <a:p>
            <a:fld id="{107EC443-383F-AD41-9A22-BDB2FE1CA010}" type="datetime1">
              <a:rPr lang="en-US" smtClean="0"/>
              <a:t>10/11/2026</a:t>
            </a:fld>
            <a:endParaRPr lang="en-US"/>
          </a:p>
        </p:txBody>
      </p:sp>
      <p:sp>
        <p:nvSpPr>
          <p:cNvPr id="6" name="Footer Placeholder 5"/>
          <p:cNvSpPr>
            <a:spLocks noGrp="1"/>
          </p:cNvSpPr>
          <p:nvPr>
            <p:ph type="ftr" sz="quarter" idx="11"/>
          </p:nvPr>
        </p:nvSpPr>
        <p:spPr>
          <a:xfrm>
            <a:off x="4038600" y="6348851"/>
            <a:ext cx="4114800" cy="365125"/>
          </a:xfrm>
        </p:spPr>
        <p:txBody>
          <a:bodyPr/>
          <a:lstStyle/>
          <a:p>
            <a:endParaRPr lang="en-US"/>
          </a:p>
        </p:txBody>
      </p:sp>
      <p:sp>
        <p:nvSpPr>
          <p:cNvPr id="7" name="Slide Number Placeholder 6"/>
          <p:cNvSpPr>
            <a:spLocks noGrp="1"/>
          </p:cNvSpPr>
          <p:nvPr>
            <p:ph type="sldNum" sz="quarter" idx="12"/>
          </p:nvPr>
        </p:nvSpPr>
        <p:spPr>
          <a:xfrm>
            <a:off x="9200147" y="6348851"/>
            <a:ext cx="2743200" cy="365125"/>
          </a:xfrm>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1493676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7604" y="1190033"/>
            <a:ext cx="6237402" cy="872724"/>
          </a:xfrm>
        </p:spPr>
        <p:txBody>
          <a:bodyPr anchor="ctr">
            <a:normAutofit/>
          </a:bodyPr>
          <a:lstStyle>
            <a:lvl1pPr>
              <a:defRPr sz="3600"/>
            </a:lvl1pPr>
          </a:lstStyle>
          <a:p>
            <a:r>
              <a:rPr lang="en-US" dirty="0"/>
              <a:t>Click to edit Master title style</a:t>
            </a:r>
          </a:p>
        </p:txBody>
      </p:sp>
      <p:sp>
        <p:nvSpPr>
          <p:cNvPr id="3" name="Picture Placeholder 2"/>
          <p:cNvSpPr>
            <a:spLocks noGrp="1"/>
          </p:cNvSpPr>
          <p:nvPr>
            <p:ph type="pic" idx="1"/>
          </p:nvPr>
        </p:nvSpPr>
        <p:spPr>
          <a:xfrm>
            <a:off x="7032396" y="1441932"/>
            <a:ext cx="4572000" cy="48653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hasCustomPrompt="1"/>
          </p:nvPr>
        </p:nvSpPr>
        <p:spPr>
          <a:xfrm>
            <a:off x="587604" y="2062757"/>
            <a:ext cx="6237402" cy="4302302"/>
          </a:xfrm>
        </p:spPr>
        <p:txBody>
          <a:bodyPr/>
          <a:lstStyle>
            <a:lvl1pPr marL="457200" indent="-457200">
              <a:buFont typeface="Arial" panose="020B0604020202020204" pitchFamily="34" charset="0"/>
              <a:buChar char="•"/>
              <a:defRPr sz="2600"/>
            </a:lvl1pPr>
            <a:lvl2pPr marL="800100" indent="-342900">
              <a:buFont typeface="Arial" panose="020B0604020202020204" pitchFamily="34" charset="0"/>
              <a:buChar char="•"/>
              <a:defRPr sz="2400"/>
            </a:lvl2pPr>
            <a:lvl3pPr marL="1257300" indent="-342900">
              <a:buFont typeface="Arial" panose="020B0604020202020204" pitchFamily="34" charset="0"/>
              <a:buChar char="•"/>
              <a:defRPr sz="2200"/>
            </a:lvl3pPr>
            <a:lvl4pPr marL="1714500" indent="-342900">
              <a:buFont typeface="Arial" panose="020B0604020202020204" pitchFamily="34" charset="0"/>
              <a:buChar char="•"/>
              <a:defRPr sz="2000"/>
            </a:lvl4pPr>
            <a:lvl5pPr marL="2114550" indent="-285750">
              <a:buFont typeface="Arial" panose="020B0604020202020204" pitchFamily="34" charset="0"/>
              <a:buChar char="•"/>
              <a:defRPr sz="18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336884" y="6365059"/>
            <a:ext cx="2743200" cy="344737"/>
          </a:xfrm>
        </p:spPr>
        <p:txBody>
          <a:bodyPr/>
          <a:lstStyle/>
          <a:p>
            <a:fld id="{D911F8FB-B85F-B64C-9872-988983ADBAA3}" type="datetime1">
              <a:rPr lang="en-US" smtClean="0"/>
              <a:t>10/11/2026</a:t>
            </a:fld>
            <a:endParaRPr lang="en-US"/>
          </a:p>
        </p:txBody>
      </p:sp>
      <p:sp>
        <p:nvSpPr>
          <p:cNvPr id="6" name="Footer Placeholder 5"/>
          <p:cNvSpPr>
            <a:spLocks noGrp="1"/>
          </p:cNvSpPr>
          <p:nvPr>
            <p:ph type="ftr" sz="quarter" idx="11"/>
          </p:nvPr>
        </p:nvSpPr>
        <p:spPr>
          <a:xfrm>
            <a:off x="4038600" y="6348851"/>
            <a:ext cx="4114800" cy="365125"/>
          </a:xfrm>
        </p:spPr>
        <p:txBody>
          <a:bodyPr/>
          <a:lstStyle/>
          <a:p>
            <a:endParaRPr lang="en-US"/>
          </a:p>
        </p:txBody>
      </p:sp>
      <p:sp>
        <p:nvSpPr>
          <p:cNvPr id="7" name="Slide Number Placeholder 6"/>
          <p:cNvSpPr>
            <a:spLocks noGrp="1"/>
          </p:cNvSpPr>
          <p:nvPr>
            <p:ph type="sldNum" sz="quarter" idx="12"/>
          </p:nvPr>
        </p:nvSpPr>
        <p:spPr>
          <a:xfrm>
            <a:off x="9200147" y="6348851"/>
            <a:ext cx="2743200" cy="365125"/>
          </a:xfrm>
        </p:spPr>
        <p:txBody>
          <a:bodyPr/>
          <a:lstStyle/>
          <a:p>
            <a:fld id="{69BB85B2-C2D1-4B8E-8603-12AB3273B405}" type="slidenum">
              <a:rPr lang="en-US" smtClean="0"/>
              <a:t>‹#›</a:t>
            </a:fld>
            <a:endParaRPr lang="en-US"/>
          </a:p>
        </p:txBody>
      </p:sp>
    </p:spTree>
    <p:extLst>
      <p:ext uri="{BB962C8B-B14F-4D97-AF65-F5344CB8AC3E}">
        <p14:creationId xmlns:p14="http://schemas.microsoft.com/office/powerpoint/2010/main" val="2535307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98A3D-F77C-9AAC-16C8-A9210342BFD8}"/>
              </a:ext>
            </a:extLst>
          </p:cNvPr>
          <p:cNvSpPr>
            <a:spLocks noGrp="1"/>
          </p:cNvSpPr>
          <p:nvPr>
            <p:ph type="title"/>
          </p:nvPr>
        </p:nvSpPr>
        <p:spPr>
          <a:xfrm>
            <a:off x="838200" y="1212352"/>
            <a:ext cx="10515600" cy="1151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0B3AA9B2-7F2E-FCCC-D52D-ED1D2AB726BB}"/>
              </a:ext>
            </a:extLst>
          </p:cNvPr>
          <p:cNvSpPr>
            <a:spLocks noGrp="1"/>
          </p:cNvSpPr>
          <p:nvPr>
            <p:ph type="dt" sz="half" idx="10"/>
          </p:nvPr>
        </p:nvSpPr>
        <p:spPr>
          <a:xfrm>
            <a:off x="336884" y="6365059"/>
            <a:ext cx="2743200" cy="344737"/>
          </a:xfrm>
        </p:spPr>
        <p:txBody>
          <a:bodyPr/>
          <a:lstStyle/>
          <a:p>
            <a:fld id="{947F004C-BC4F-0B4D-AE9D-EA43935E8B42}" type="datetime1">
              <a:rPr lang="en-US" smtClean="0"/>
              <a:t>10/11/2026</a:t>
            </a:fld>
            <a:endParaRPr lang="en-US" dirty="0"/>
          </a:p>
        </p:txBody>
      </p:sp>
      <p:sp>
        <p:nvSpPr>
          <p:cNvPr id="4" name="Footer Placeholder 3">
            <a:extLst>
              <a:ext uri="{FF2B5EF4-FFF2-40B4-BE49-F238E27FC236}">
                <a16:creationId xmlns:a16="http://schemas.microsoft.com/office/drawing/2014/main" id="{F5E35F6C-039D-969D-F16A-BF5D8C40BBFC}"/>
              </a:ext>
            </a:extLst>
          </p:cNvPr>
          <p:cNvSpPr>
            <a:spLocks noGrp="1"/>
          </p:cNvSpPr>
          <p:nvPr>
            <p:ph type="ftr" sz="quarter" idx="11"/>
          </p:nvPr>
        </p:nvSpPr>
        <p:spPr>
          <a:xfrm>
            <a:off x="4038600" y="6348851"/>
            <a:ext cx="4114800" cy="365125"/>
          </a:xfrm>
        </p:spPr>
        <p:txBody>
          <a:bodyPr/>
          <a:lstStyle/>
          <a:p>
            <a:endParaRPr lang="en-US"/>
          </a:p>
        </p:txBody>
      </p:sp>
      <p:sp>
        <p:nvSpPr>
          <p:cNvPr id="5" name="Slide Number Placeholder 4">
            <a:extLst>
              <a:ext uri="{FF2B5EF4-FFF2-40B4-BE49-F238E27FC236}">
                <a16:creationId xmlns:a16="http://schemas.microsoft.com/office/drawing/2014/main" id="{A345A510-70A7-2096-2F51-7C37F054B2E5}"/>
              </a:ext>
            </a:extLst>
          </p:cNvPr>
          <p:cNvSpPr>
            <a:spLocks noGrp="1"/>
          </p:cNvSpPr>
          <p:nvPr>
            <p:ph type="sldNum" sz="quarter" idx="12"/>
          </p:nvPr>
        </p:nvSpPr>
        <p:spPr>
          <a:xfrm>
            <a:off x="9200147" y="6348851"/>
            <a:ext cx="2743200" cy="365125"/>
          </a:xfrm>
        </p:spPr>
        <p:txBody>
          <a:bodyPr/>
          <a:lstStyle/>
          <a:p>
            <a:fld id="{69BB85B2-C2D1-4B8E-8603-12AB3273B405}" type="slidenum">
              <a:rPr lang="en-US" smtClean="0"/>
              <a:pPr/>
              <a:t>‹#›</a:t>
            </a:fld>
            <a:endParaRPr lang="en-US" dirty="0"/>
          </a:p>
        </p:txBody>
      </p:sp>
    </p:spTree>
    <p:extLst>
      <p:ext uri="{BB962C8B-B14F-4D97-AF65-F5344CB8AC3E}">
        <p14:creationId xmlns:p14="http://schemas.microsoft.com/office/powerpoint/2010/main" val="202547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1219F-923A-1F53-F083-B9A63FADEDF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90B1C8-B44E-2A84-EB44-177456B45E3F}"/>
              </a:ext>
            </a:extLst>
          </p:cNvPr>
          <p:cNvSpPr>
            <a:spLocks noGrp="1"/>
          </p:cNvSpPr>
          <p:nvPr>
            <p:ph type="dt" sz="half" idx="10"/>
          </p:nvPr>
        </p:nvSpPr>
        <p:spPr>
          <a:xfrm>
            <a:off x="248653" y="6368578"/>
            <a:ext cx="2743200" cy="365125"/>
          </a:xfrm>
        </p:spPr>
        <p:txBody>
          <a:bodyPr/>
          <a:lstStyle/>
          <a:p>
            <a:fld id="{71259B9C-E189-8540-96FB-933A03977E8E}" type="datetime1">
              <a:rPr lang="en-US" smtClean="0"/>
              <a:t>10/11/2026</a:t>
            </a:fld>
            <a:endParaRPr lang="en-US" dirty="0"/>
          </a:p>
        </p:txBody>
      </p:sp>
      <p:sp>
        <p:nvSpPr>
          <p:cNvPr id="4" name="Footer Placeholder 3">
            <a:extLst>
              <a:ext uri="{FF2B5EF4-FFF2-40B4-BE49-F238E27FC236}">
                <a16:creationId xmlns:a16="http://schemas.microsoft.com/office/drawing/2014/main" id="{C4D8DEA6-DC72-BC0C-D00A-9CD6CF36C103}"/>
              </a:ext>
            </a:extLst>
          </p:cNvPr>
          <p:cNvSpPr>
            <a:spLocks noGrp="1"/>
          </p:cNvSpPr>
          <p:nvPr>
            <p:ph type="ftr" sz="quarter" idx="11"/>
          </p:nvPr>
        </p:nvSpPr>
        <p:spPr>
          <a:xfrm>
            <a:off x="4038600" y="6368578"/>
            <a:ext cx="4114800" cy="365125"/>
          </a:xfrm>
        </p:spPr>
        <p:txBody>
          <a:bodyPr/>
          <a:lstStyle/>
          <a:p>
            <a:endParaRPr lang="en-US" dirty="0"/>
          </a:p>
        </p:txBody>
      </p:sp>
      <p:sp>
        <p:nvSpPr>
          <p:cNvPr id="5" name="Slide Number Placeholder 4">
            <a:extLst>
              <a:ext uri="{FF2B5EF4-FFF2-40B4-BE49-F238E27FC236}">
                <a16:creationId xmlns:a16="http://schemas.microsoft.com/office/drawing/2014/main" id="{6417292B-79C8-878C-552F-41BE9131BAD1}"/>
              </a:ext>
            </a:extLst>
          </p:cNvPr>
          <p:cNvSpPr>
            <a:spLocks noGrp="1"/>
          </p:cNvSpPr>
          <p:nvPr>
            <p:ph type="sldNum" sz="quarter" idx="12"/>
          </p:nvPr>
        </p:nvSpPr>
        <p:spPr>
          <a:xfrm>
            <a:off x="9200147" y="6265723"/>
            <a:ext cx="2743200" cy="365125"/>
          </a:xfrm>
        </p:spPr>
        <p:txBody>
          <a:bodyPr/>
          <a:lstStyle/>
          <a:p>
            <a:fld id="{69BB85B2-C2D1-4B8E-8603-12AB3273B405}" type="slidenum">
              <a:rPr lang="en-US" smtClean="0"/>
              <a:pPr/>
              <a:t>‹#›</a:t>
            </a:fld>
            <a:endParaRPr lang="en-US" dirty="0"/>
          </a:p>
        </p:txBody>
      </p:sp>
      <p:sp>
        <p:nvSpPr>
          <p:cNvPr id="6" name="Slide Number Placeholder 4">
            <a:extLst>
              <a:ext uri="{FF2B5EF4-FFF2-40B4-BE49-F238E27FC236}">
                <a16:creationId xmlns:a16="http://schemas.microsoft.com/office/drawing/2014/main" id="{6AB3614A-0F99-D81F-1E52-37031B918F1B}"/>
              </a:ext>
            </a:extLst>
          </p:cNvPr>
          <p:cNvSpPr txBox="1">
            <a:spLocks/>
          </p:cNvSpPr>
          <p:nvPr userDrawn="1"/>
        </p:nvSpPr>
        <p:spPr>
          <a:xfrm>
            <a:off x="9200147" y="845343"/>
            <a:ext cx="2743200" cy="365125"/>
          </a:xfrm>
          <a:prstGeom prst="rect">
            <a:avLst/>
          </a:prstGeom>
        </p:spPr>
        <p:txBody>
          <a:bodyPr vert="horz" lIns="0" tIns="0" rIns="0" bIns="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BB85B2-C2D1-4B8E-8603-12AB3273B405}" type="slidenum">
              <a:rPr lang="en-US" smtClean="0"/>
              <a:pPr/>
              <a:t>‹#›</a:t>
            </a:fld>
            <a:endParaRPr lang="en-US" dirty="0"/>
          </a:p>
        </p:txBody>
      </p:sp>
    </p:spTree>
    <p:extLst>
      <p:ext uri="{BB962C8B-B14F-4D97-AF65-F5344CB8AC3E}">
        <p14:creationId xmlns:p14="http://schemas.microsoft.com/office/powerpoint/2010/main" val="4266469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5853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4742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191570"/>
            <a:ext cx="10515600" cy="115185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2343426"/>
            <a:ext cx="10515600" cy="39326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36884" y="6385841"/>
            <a:ext cx="2743200" cy="344737"/>
          </a:xfrm>
          <a:prstGeom prst="rect">
            <a:avLst/>
          </a:prstGeom>
        </p:spPr>
        <p:txBody>
          <a:bodyPr vert="horz" lIns="0" tIns="0" rIns="0" bIns="0" rtlCol="0" anchor="ctr"/>
          <a:lstStyle>
            <a:lvl1pPr algn="l">
              <a:defRPr sz="1200">
                <a:solidFill>
                  <a:schemeClr val="tx1">
                    <a:lumMod val="50000"/>
                    <a:lumOff val="50000"/>
                  </a:schemeClr>
                </a:solidFill>
                <a:latin typeface="Arial" panose="020B0604020202020204" pitchFamily="34" charset="0"/>
                <a:cs typeface="Arial" panose="020B0604020202020204" pitchFamily="34" charset="0"/>
              </a:defRPr>
            </a:lvl1pPr>
          </a:lstStyle>
          <a:p>
            <a:fld id="{51E999D3-8D97-5245-A73B-79D39D19F78C}" type="datetime1">
              <a:rPr lang="en-US" smtClean="0"/>
              <a:pPr/>
              <a:t>10/11/2026</a:t>
            </a:fld>
            <a:endParaRPr lang="en-US" dirty="0"/>
          </a:p>
        </p:txBody>
      </p:sp>
      <p:sp>
        <p:nvSpPr>
          <p:cNvPr id="5" name="Footer Placeholder 4"/>
          <p:cNvSpPr>
            <a:spLocks noGrp="1"/>
          </p:cNvSpPr>
          <p:nvPr>
            <p:ph type="ftr" sz="quarter" idx="3"/>
          </p:nvPr>
        </p:nvSpPr>
        <p:spPr>
          <a:xfrm>
            <a:off x="4038600" y="6369633"/>
            <a:ext cx="4114800" cy="365125"/>
          </a:xfrm>
          <a:prstGeom prst="rect">
            <a:avLst/>
          </a:prstGeom>
        </p:spPr>
        <p:txBody>
          <a:bodyPr vert="horz" lIns="0" tIns="0" rIns="0" bIns="0" rtlCol="0" anchor="ctr"/>
          <a:lstStyle>
            <a:lvl1pPr algn="ctr">
              <a:defRPr sz="1200">
                <a:solidFill>
                  <a:schemeClr val="tx1">
                    <a:lumMod val="50000"/>
                    <a:lumOff val="50000"/>
                  </a:schemeClr>
                </a:solidFill>
                <a:latin typeface="Arial" panose="020B0604020202020204" pitchFamily="34" charset="0"/>
                <a:cs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9200147" y="6369633"/>
            <a:ext cx="2743200" cy="365125"/>
          </a:xfrm>
          <a:prstGeom prst="rect">
            <a:avLst/>
          </a:prstGeom>
        </p:spPr>
        <p:txBody>
          <a:bodyPr vert="horz" lIns="0" tIns="0" rIns="0" bIns="0" rtlCol="0" anchor="ctr"/>
          <a:lstStyle>
            <a:lvl1pPr algn="r">
              <a:defRPr sz="1200">
                <a:solidFill>
                  <a:schemeClr val="tx1">
                    <a:lumMod val="50000"/>
                    <a:lumOff val="50000"/>
                  </a:schemeClr>
                </a:solidFill>
                <a:latin typeface="Arial" panose="020B0604020202020204" pitchFamily="34" charset="0"/>
                <a:cs typeface="Arial" panose="020B0604020202020204" pitchFamily="34" charset="0"/>
              </a:defRPr>
            </a:lvl1pPr>
          </a:lstStyle>
          <a:p>
            <a:fld id="{69BB85B2-C2D1-4B8E-8603-12AB3273B405}" type="slidenum">
              <a:rPr lang="en-US" smtClean="0"/>
              <a:pPr/>
              <a:t>‹#›</a:t>
            </a:fld>
            <a:endParaRPr lang="en-US" dirty="0"/>
          </a:p>
        </p:txBody>
      </p:sp>
    </p:spTree>
    <p:extLst>
      <p:ext uri="{BB962C8B-B14F-4D97-AF65-F5344CB8AC3E}">
        <p14:creationId xmlns:p14="http://schemas.microsoft.com/office/powerpoint/2010/main" val="1433849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4" r:id="rId12"/>
  </p:sldLayoutIdLst>
  <p:hf hdr="0" ftr="0" dt="0"/>
  <p:txStyles>
    <p:titleStyle>
      <a:lvl1pPr algn="l" defTabSz="914400" rtl="0" eaLnBrk="1" latinLnBrk="0" hangingPunct="1">
        <a:lnSpc>
          <a:spcPct val="90000"/>
        </a:lnSpc>
        <a:spcBef>
          <a:spcPct val="0"/>
        </a:spcBef>
        <a:buNone/>
        <a:defRPr sz="4400" kern="1200">
          <a:solidFill>
            <a:srgbClr val="50000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2929625"/>
      </p:ext>
    </p:extLst>
  </p:cSld>
  <p:clrMap bg1="lt1" tx1="dk1" bg2="lt2" tx2="dk2" accent1="accent1" accent2="accent2" accent3="accent3" accent4="accent4" accent5="accent5" accent6="accent6" hlink="hlink" folHlink="folHlink"/>
  <p:sldLayoutIdLst>
    <p:sldLayoutId id="2147483663" r:id="rId1"/>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lang="en-US" sz="3000" b="0" i="1" u="none" strike="noStrike" kern="1200" smtClean="0">
          <a:solidFill>
            <a:schemeClr val="bg1"/>
          </a:solidFill>
          <a:effectLst/>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flexaseal.com/resources/api-plans/api-plan-5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9148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DA67A-1225-7301-3F7F-66C45F8639FE}"/>
              </a:ext>
            </a:extLst>
          </p:cNvPr>
          <p:cNvSpPr>
            <a:spLocks noGrp="1"/>
          </p:cNvSpPr>
          <p:nvPr>
            <p:ph type="title"/>
          </p:nvPr>
        </p:nvSpPr>
        <p:spPr>
          <a:xfrm>
            <a:off x="380998" y="2465897"/>
            <a:ext cx="6515100" cy="592780"/>
          </a:xfrm>
        </p:spPr>
        <p:txBody>
          <a:bodyPr>
            <a:normAutofit fontScale="90000"/>
          </a:bodyPr>
          <a:lstStyle/>
          <a:p>
            <a:r>
              <a:rPr lang="en-US" dirty="0">
                <a:solidFill>
                  <a:srgbClr val="500000"/>
                </a:solidFill>
              </a:rPr>
              <a:t>Speaker profile</a:t>
            </a:r>
            <a:endParaRPr lang="en-US" dirty="0"/>
          </a:p>
        </p:txBody>
      </p:sp>
      <p:sp>
        <p:nvSpPr>
          <p:cNvPr id="3" name="Content Placeholder 2">
            <a:extLst>
              <a:ext uri="{FF2B5EF4-FFF2-40B4-BE49-F238E27FC236}">
                <a16:creationId xmlns:a16="http://schemas.microsoft.com/office/drawing/2014/main" id="{AA2A157A-81E1-B804-2E9A-789CE6BC7F85}"/>
              </a:ext>
            </a:extLst>
          </p:cNvPr>
          <p:cNvSpPr>
            <a:spLocks noGrp="1"/>
          </p:cNvSpPr>
          <p:nvPr>
            <p:ph idx="1"/>
          </p:nvPr>
        </p:nvSpPr>
        <p:spPr>
          <a:xfrm>
            <a:off x="186905" y="4902181"/>
            <a:ext cx="9983637" cy="1650014"/>
          </a:xfrm>
        </p:spPr>
        <p:txBody>
          <a:bodyPr>
            <a:normAutofit/>
          </a:bodyPr>
          <a:lstStyle/>
          <a:p>
            <a:pPr marL="231769" indent="-204783">
              <a:lnSpc>
                <a:spcPct val="100000"/>
              </a:lnSpc>
              <a:spcBef>
                <a:spcPts val="1200"/>
              </a:spcBef>
              <a:buSzPct val="100000"/>
            </a:pPr>
            <a:r>
              <a:rPr lang="en-US" sz="1600" b="1" dirty="0"/>
              <a:t>Umeet Bhachu, P.Eng., PMP, CMRP, </a:t>
            </a:r>
            <a:r>
              <a:rPr lang="en-US" sz="1600" dirty="0"/>
              <a:t>is a Staff Rotating Equipment Engineer at Pembina Pipeline Corporation with over 20 years of oil and gas experience. His expertise includes turbomachinery, rotor dynamics, compressors, pumps, mechanical seals, troubleshooting, and reliability improvement. He has also applied machine learning and advanced analytics to condition monitoring and asset performance.</a:t>
            </a:r>
          </a:p>
        </p:txBody>
      </p:sp>
      <p:sp>
        <p:nvSpPr>
          <p:cNvPr id="4" name="Slide Number Placeholder 3">
            <a:extLst>
              <a:ext uri="{FF2B5EF4-FFF2-40B4-BE49-F238E27FC236}">
                <a16:creationId xmlns:a16="http://schemas.microsoft.com/office/drawing/2014/main" id="{3CAD35BE-DC4E-D7AD-1FD6-5E0B6F4D4897}"/>
              </a:ext>
            </a:extLst>
          </p:cNvPr>
          <p:cNvSpPr>
            <a:spLocks noGrp="1"/>
          </p:cNvSpPr>
          <p:nvPr>
            <p:ph type="sldNum" sz="quarter" idx="12"/>
          </p:nvPr>
        </p:nvSpPr>
        <p:spPr/>
        <p:txBody>
          <a:bodyPr/>
          <a:lstStyle/>
          <a:p>
            <a:fld id="{69BB85B2-C2D1-4B8E-8603-12AB3273B405}" type="slidenum">
              <a:rPr lang="en-US" smtClean="0"/>
              <a:t>2</a:t>
            </a:fld>
            <a:endParaRPr lang="en-US"/>
          </a:p>
        </p:txBody>
      </p:sp>
      <p:pic>
        <p:nvPicPr>
          <p:cNvPr id="7" name="Picture 6">
            <a:extLst>
              <a:ext uri="{FF2B5EF4-FFF2-40B4-BE49-F238E27FC236}">
                <a16:creationId xmlns:a16="http://schemas.microsoft.com/office/drawing/2014/main" id="{832F2CBD-1DFB-4CD3-8332-15CB56AE4651}"/>
              </a:ext>
            </a:extLst>
          </p:cNvPr>
          <p:cNvPicPr>
            <a:picLocks noChangeAspect="1"/>
          </p:cNvPicPr>
          <p:nvPr/>
        </p:nvPicPr>
        <p:blipFill>
          <a:blip r:embed="rId3"/>
          <a:stretch>
            <a:fillRect/>
          </a:stretch>
        </p:blipFill>
        <p:spPr>
          <a:xfrm>
            <a:off x="10412083" y="4838811"/>
            <a:ext cx="1513293" cy="1530822"/>
          </a:xfrm>
          <a:prstGeom prst="rect">
            <a:avLst/>
          </a:prstGeom>
        </p:spPr>
      </p:pic>
      <p:sp>
        <p:nvSpPr>
          <p:cNvPr id="8" name="TextBox 7">
            <a:extLst>
              <a:ext uri="{FF2B5EF4-FFF2-40B4-BE49-F238E27FC236}">
                <a16:creationId xmlns:a16="http://schemas.microsoft.com/office/drawing/2014/main" id="{A86BC47A-8FB6-5DE6-3E6C-FB1248DEF79C}"/>
              </a:ext>
            </a:extLst>
          </p:cNvPr>
          <p:cNvSpPr txBox="1"/>
          <p:nvPr/>
        </p:nvSpPr>
        <p:spPr>
          <a:xfrm>
            <a:off x="186905" y="3149958"/>
            <a:ext cx="9871494" cy="1569660"/>
          </a:xfrm>
          <a:prstGeom prst="rect">
            <a:avLst/>
          </a:prstGeom>
          <a:noFill/>
        </p:spPr>
        <p:txBody>
          <a:bodyPr wrap="square">
            <a:spAutoFit/>
          </a:bodyPr>
          <a:lstStyle/>
          <a:p>
            <a:pPr marL="285750" indent="-285750">
              <a:buFont typeface="Arial" panose="020B0604020202020204" pitchFamily="34" charset="0"/>
              <a:buChar char="•"/>
            </a:pPr>
            <a:r>
              <a:rPr lang="en-US" sz="1600" b="1" dirty="0">
                <a:solidFill>
                  <a:schemeClr val="tx1">
                    <a:lumMod val="75000"/>
                    <a:lumOff val="25000"/>
                  </a:schemeClr>
                </a:solidFill>
                <a:latin typeface="Arial" panose="020B0604020202020204" pitchFamily="34" charset="0"/>
                <a:cs typeface="Arial" panose="020B0604020202020204" pitchFamily="34" charset="0"/>
              </a:rPr>
              <a:t>Maziar Amouie, P.Eng., CFSE, </a:t>
            </a:r>
            <a:r>
              <a:rPr lang="en-US" sz="1600" b="1" dirty="0" err="1">
                <a:solidFill>
                  <a:schemeClr val="tx1">
                    <a:lumMod val="75000"/>
                    <a:lumOff val="25000"/>
                  </a:schemeClr>
                </a:solidFill>
                <a:latin typeface="Arial" panose="020B0604020202020204" pitchFamily="34" charset="0"/>
                <a:cs typeface="Arial" panose="020B0604020202020204" pitchFamily="34" charset="0"/>
              </a:rPr>
              <a:t>MIChemE</a:t>
            </a:r>
            <a:r>
              <a:rPr lang="en-US" sz="1600" dirty="0">
                <a:solidFill>
                  <a:schemeClr val="tx1">
                    <a:lumMod val="75000"/>
                    <a:lumOff val="25000"/>
                  </a:schemeClr>
                </a:solidFill>
                <a:latin typeface="Arial" panose="020B0604020202020204" pitchFamily="34" charset="0"/>
                <a:cs typeface="Arial" panose="020B0604020202020204" pitchFamily="34" charset="0"/>
              </a:rPr>
              <a:t>, is a Process Safety Engineer with over 25 years of oil and gas experience. His expertise includes process safety management, functional safety, HAZOP, LOPA, SIL studies, quantitative risk assessment, consequence modeling, and safeguarding strategies. He currently supports Shell as a HEMP Process Safety Engineer and leads Premium Safety Solutions. His work focuses on risk-based decision making, barrier management, asset integrity, and process safety improvement for high-hazard facilities.</a:t>
            </a:r>
          </a:p>
        </p:txBody>
      </p:sp>
      <p:pic>
        <p:nvPicPr>
          <p:cNvPr id="10" name="Picture 9">
            <a:extLst>
              <a:ext uri="{FF2B5EF4-FFF2-40B4-BE49-F238E27FC236}">
                <a16:creationId xmlns:a16="http://schemas.microsoft.com/office/drawing/2014/main" id="{212D8840-E0A0-DF57-8A09-17496A46D970}"/>
              </a:ext>
            </a:extLst>
          </p:cNvPr>
          <p:cNvPicPr>
            <a:picLocks noChangeAspect="1"/>
          </p:cNvPicPr>
          <p:nvPr/>
        </p:nvPicPr>
        <p:blipFill>
          <a:blip r:embed="rId4"/>
          <a:stretch>
            <a:fillRect/>
          </a:stretch>
        </p:blipFill>
        <p:spPr>
          <a:xfrm>
            <a:off x="10412083" y="3154271"/>
            <a:ext cx="1354892" cy="1412291"/>
          </a:xfrm>
          <a:prstGeom prst="rect">
            <a:avLst/>
          </a:prstGeom>
        </p:spPr>
      </p:pic>
      <p:sp>
        <p:nvSpPr>
          <p:cNvPr id="13" name="TextBox 12">
            <a:extLst>
              <a:ext uri="{FF2B5EF4-FFF2-40B4-BE49-F238E27FC236}">
                <a16:creationId xmlns:a16="http://schemas.microsoft.com/office/drawing/2014/main" id="{7937C8E5-F987-180F-C270-EE5BF6D05782}"/>
              </a:ext>
            </a:extLst>
          </p:cNvPr>
          <p:cNvSpPr txBox="1"/>
          <p:nvPr/>
        </p:nvSpPr>
        <p:spPr>
          <a:xfrm>
            <a:off x="186906" y="1301096"/>
            <a:ext cx="11818188" cy="769441"/>
          </a:xfrm>
          <a:prstGeom prst="rect">
            <a:avLst/>
          </a:prstGeom>
          <a:noFill/>
        </p:spPr>
        <p:txBody>
          <a:bodyPr wrap="square">
            <a:spAutoFit/>
          </a:bodyPr>
          <a:lstStyle/>
          <a:p>
            <a:r>
              <a:rPr lang="en-US" sz="2800" b="1" dirty="0"/>
              <a:t>Title: </a:t>
            </a:r>
            <a:r>
              <a:rPr lang="en-US" sz="2800" dirty="0"/>
              <a:t>A Unified Framework for Mechanical Seal Risk Assessment</a:t>
            </a:r>
          </a:p>
          <a:p>
            <a:r>
              <a:rPr lang="en-US" sz="1600" dirty="0"/>
              <a:t>Improving Risk Decisions for Engineered Seal Systems in HAZOP and LOPA Studies</a:t>
            </a:r>
          </a:p>
        </p:txBody>
      </p:sp>
    </p:spTree>
    <p:extLst>
      <p:ext uri="{BB962C8B-B14F-4D97-AF65-F5344CB8AC3E}">
        <p14:creationId xmlns:p14="http://schemas.microsoft.com/office/powerpoint/2010/main" val="3227190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18FC6-A63A-526F-E86B-9F2083A4EF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F57AA-8B03-6ABD-3BC1-D012F1B77AA8}"/>
              </a:ext>
            </a:extLst>
          </p:cNvPr>
          <p:cNvSpPr>
            <a:spLocks noGrp="1"/>
          </p:cNvSpPr>
          <p:nvPr>
            <p:ph type="title"/>
          </p:nvPr>
        </p:nvSpPr>
        <p:spPr/>
        <p:txBody>
          <a:bodyPr>
            <a:noAutofit/>
          </a:bodyPr>
          <a:lstStyle/>
          <a:p>
            <a:r>
              <a:rPr lang="en-US" dirty="0">
                <a:solidFill>
                  <a:srgbClr val="500000"/>
                </a:solidFill>
              </a:rPr>
              <a:t>Purpose and Scope of the Presentation</a:t>
            </a:r>
            <a:endParaRPr lang="en-US" dirty="0"/>
          </a:p>
        </p:txBody>
      </p:sp>
      <p:sp>
        <p:nvSpPr>
          <p:cNvPr id="4" name="Text Placeholder 3">
            <a:extLst>
              <a:ext uri="{FF2B5EF4-FFF2-40B4-BE49-F238E27FC236}">
                <a16:creationId xmlns:a16="http://schemas.microsoft.com/office/drawing/2014/main" id="{8170C809-B07E-D17B-F253-A378BFDE0589}"/>
              </a:ext>
            </a:extLst>
          </p:cNvPr>
          <p:cNvSpPr>
            <a:spLocks noGrp="1"/>
          </p:cNvSpPr>
          <p:nvPr>
            <p:ph idx="1"/>
          </p:nvPr>
        </p:nvSpPr>
        <p:spPr/>
        <p:txBody>
          <a:bodyPr>
            <a:normAutofit/>
          </a:bodyPr>
          <a:lstStyle/>
          <a:p>
            <a:r>
              <a:rPr lang="en-US" dirty="0"/>
              <a:t>Mechanical Seal Risk</a:t>
            </a:r>
          </a:p>
          <a:p>
            <a:r>
              <a:rPr lang="en-US" dirty="0"/>
              <a:t> Process Hazard Assessment</a:t>
            </a:r>
          </a:p>
          <a:p>
            <a:r>
              <a:rPr lang="en-US" dirty="0"/>
              <a:t>Risk Assessment Consistency</a:t>
            </a:r>
          </a:p>
          <a:p>
            <a:r>
              <a:rPr lang="en-US" dirty="0"/>
              <a:t>Aging &amp; Grandfathered Facilities</a:t>
            </a:r>
          </a:p>
          <a:p>
            <a:r>
              <a:rPr lang="en-US" dirty="0"/>
              <a:t>Integrated Risk Framework</a:t>
            </a:r>
          </a:p>
        </p:txBody>
      </p:sp>
      <p:sp>
        <p:nvSpPr>
          <p:cNvPr id="5" name="Slide Number Placeholder 4">
            <a:extLst>
              <a:ext uri="{FF2B5EF4-FFF2-40B4-BE49-F238E27FC236}">
                <a16:creationId xmlns:a16="http://schemas.microsoft.com/office/drawing/2014/main" id="{93FB1413-31EB-ACC6-EAA0-7E7827D1974F}"/>
              </a:ext>
            </a:extLst>
          </p:cNvPr>
          <p:cNvSpPr>
            <a:spLocks noGrp="1"/>
          </p:cNvSpPr>
          <p:nvPr>
            <p:ph type="sldNum" sz="quarter" idx="12"/>
          </p:nvPr>
        </p:nvSpPr>
        <p:spPr/>
        <p:txBody>
          <a:bodyPr/>
          <a:lstStyle/>
          <a:p>
            <a:fld id="{69BB85B2-C2D1-4B8E-8603-12AB3273B405}" type="slidenum">
              <a:rPr lang="en-US" smtClean="0"/>
              <a:t>3</a:t>
            </a:fld>
            <a:endParaRPr lang="en-US"/>
          </a:p>
        </p:txBody>
      </p:sp>
    </p:spTree>
    <p:extLst>
      <p:ext uri="{BB962C8B-B14F-4D97-AF65-F5344CB8AC3E}">
        <p14:creationId xmlns:p14="http://schemas.microsoft.com/office/powerpoint/2010/main" val="1624455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E703B-7E17-F8B2-D43C-C6B0BC5E023E}"/>
              </a:ext>
            </a:extLst>
          </p:cNvPr>
          <p:cNvSpPr>
            <a:spLocks noGrp="1"/>
          </p:cNvSpPr>
          <p:nvPr>
            <p:ph type="title"/>
          </p:nvPr>
        </p:nvSpPr>
        <p:spPr>
          <a:xfrm>
            <a:off x="587604" y="1176340"/>
            <a:ext cx="6237402" cy="872724"/>
          </a:xfrm>
        </p:spPr>
        <p:txBody>
          <a:bodyPr>
            <a:noAutofit/>
          </a:bodyPr>
          <a:lstStyle/>
          <a:p>
            <a:r>
              <a:rPr lang="en-US" sz="2400" dirty="0">
                <a:solidFill>
                  <a:srgbClr val="500000"/>
                </a:solidFill>
              </a:rPr>
              <a:t>Mechanical seals and Sealing Systems – Small but Critical Components </a:t>
            </a:r>
            <a:endParaRPr lang="en-US" sz="2400" dirty="0"/>
          </a:p>
        </p:txBody>
      </p:sp>
      <p:sp>
        <p:nvSpPr>
          <p:cNvPr id="4" name="Text Placeholder 3">
            <a:extLst>
              <a:ext uri="{FF2B5EF4-FFF2-40B4-BE49-F238E27FC236}">
                <a16:creationId xmlns:a16="http://schemas.microsoft.com/office/drawing/2014/main" id="{BED41FE4-4B70-3802-E2F2-9CDA70982654}"/>
              </a:ext>
            </a:extLst>
          </p:cNvPr>
          <p:cNvSpPr>
            <a:spLocks noGrp="1"/>
          </p:cNvSpPr>
          <p:nvPr>
            <p:ph type="body" sz="half" idx="2"/>
          </p:nvPr>
        </p:nvSpPr>
        <p:spPr/>
        <p:txBody>
          <a:bodyPr>
            <a:normAutofit fontScale="92500" lnSpcReduction="10000"/>
          </a:bodyPr>
          <a:lstStyle/>
          <a:p>
            <a:r>
              <a:rPr lang="en-US" sz="2100" dirty="0"/>
              <a:t>Developed to reduce leakage and emissions compared with packing</a:t>
            </a:r>
          </a:p>
          <a:p>
            <a:r>
              <a:rPr lang="en-US" sz="2100" dirty="0"/>
              <a:t>Well suited to high-speed rotating equipment and turbomachinery</a:t>
            </a:r>
          </a:p>
          <a:p>
            <a:r>
              <a:rPr lang="en-US" sz="2100" dirty="0"/>
              <a:t>Primary seal uses stationary and rotating ultra-flat faces</a:t>
            </a:r>
          </a:p>
          <a:p>
            <a:r>
              <a:rPr lang="en-US" sz="2100" dirty="0"/>
              <a:t>Spring and hydraulic forces maintain an approximately </a:t>
            </a:r>
            <a:r>
              <a:rPr lang="en-US" sz="2100" b="1" dirty="0"/>
              <a:t>1-micron fluid film</a:t>
            </a:r>
            <a:endParaRPr lang="en-US" sz="2100" dirty="0"/>
          </a:p>
          <a:p>
            <a:r>
              <a:rPr lang="en-US" sz="2100" dirty="0"/>
              <a:t>Contamination, heat, pressure changes, and vibration can destabilize the film</a:t>
            </a:r>
          </a:p>
          <a:p>
            <a:r>
              <a:rPr lang="en-US" sz="2100" b="1" dirty="0"/>
              <a:t>API 682</a:t>
            </a:r>
            <a:r>
              <a:rPr lang="en-US" sz="2100" dirty="0"/>
              <a:t> guides seal selection and seal-support-system design</a:t>
            </a:r>
          </a:p>
          <a:p>
            <a:r>
              <a:rPr lang="en-US" sz="2100" b="1" dirty="0"/>
              <a:t>Key message: All mechanical seals leak—the objective is controlled leakage.</a:t>
            </a:r>
            <a:endParaRPr lang="en-US" sz="2100" dirty="0"/>
          </a:p>
          <a:p>
            <a:pPr marL="231769" lvl="0" indent="-204783" eaLnBrk="0" fontAlgn="base" hangingPunct="0">
              <a:lnSpc>
                <a:spcPct val="100000"/>
              </a:lnSpc>
              <a:spcBef>
                <a:spcPts val="1200"/>
              </a:spcBef>
              <a:spcAft>
                <a:spcPct val="0"/>
              </a:spcAft>
              <a:buSzPct val="100000"/>
            </a:pPr>
            <a:endParaRPr kumimoji="0" lang="en-US" b="0" i="0" u="none" strike="noStrike" kern="0" cap="none" spc="0" normalizeH="0" baseline="0" noProof="0" dirty="0">
              <a:ln>
                <a:noFill/>
              </a:ln>
              <a:solidFill>
                <a:srgbClr val="000000"/>
              </a:solidFill>
              <a:effectLst/>
              <a:uLnTx/>
              <a:uFillTx/>
            </a:endParaRPr>
          </a:p>
        </p:txBody>
      </p:sp>
      <p:sp>
        <p:nvSpPr>
          <p:cNvPr id="5" name="Slide Number Placeholder 4">
            <a:extLst>
              <a:ext uri="{FF2B5EF4-FFF2-40B4-BE49-F238E27FC236}">
                <a16:creationId xmlns:a16="http://schemas.microsoft.com/office/drawing/2014/main" id="{702D7C19-3A7D-B2EB-972B-B7B94EDAEF76}"/>
              </a:ext>
            </a:extLst>
          </p:cNvPr>
          <p:cNvSpPr>
            <a:spLocks noGrp="1"/>
          </p:cNvSpPr>
          <p:nvPr>
            <p:ph type="sldNum" sz="quarter" idx="12"/>
          </p:nvPr>
        </p:nvSpPr>
        <p:spPr/>
        <p:txBody>
          <a:bodyPr/>
          <a:lstStyle/>
          <a:p>
            <a:fld id="{69BB85B2-C2D1-4B8E-8603-12AB3273B405}" type="slidenum">
              <a:rPr lang="en-US" smtClean="0"/>
              <a:t>4</a:t>
            </a:fld>
            <a:endParaRPr lang="en-US"/>
          </a:p>
        </p:txBody>
      </p:sp>
      <p:pic>
        <p:nvPicPr>
          <p:cNvPr id="7" name="Picture 6">
            <a:extLst>
              <a:ext uri="{FF2B5EF4-FFF2-40B4-BE49-F238E27FC236}">
                <a16:creationId xmlns:a16="http://schemas.microsoft.com/office/drawing/2014/main" id="{A5D5FC1D-75C7-0E40-706D-C3A90084688A}"/>
              </a:ext>
            </a:extLst>
          </p:cNvPr>
          <p:cNvPicPr>
            <a:picLocks noChangeAspect="1"/>
          </p:cNvPicPr>
          <p:nvPr/>
        </p:nvPicPr>
        <p:blipFill>
          <a:blip r:embed="rId3"/>
          <a:stretch>
            <a:fillRect/>
          </a:stretch>
        </p:blipFill>
        <p:spPr>
          <a:xfrm>
            <a:off x="6748806" y="1382860"/>
            <a:ext cx="4544027" cy="1951023"/>
          </a:xfrm>
          <a:prstGeom prst="rect">
            <a:avLst/>
          </a:prstGeom>
        </p:spPr>
      </p:pic>
      <p:pic>
        <p:nvPicPr>
          <p:cNvPr id="8" name="Picture 7">
            <a:extLst>
              <a:ext uri="{FF2B5EF4-FFF2-40B4-BE49-F238E27FC236}">
                <a16:creationId xmlns:a16="http://schemas.microsoft.com/office/drawing/2014/main" id="{B336F8EF-D8C4-3234-5AE4-3FECCECDFAD3}"/>
              </a:ext>
            </a:extLst>
          </p:cNvPr>
          <p:cNvPicPr>
            <a:picLocks noChangeAspect="1"/>
          </p:cNvPicPr>
          <p:nvPr/>
        </p:nvPicPr>
        <p:blipFill>
          <a:blip r:embed="rId4"/>
          <a:stretch>
            <a:fillRect/>
          </a:stretch>
        </p:blipFill>
        <p:spPr>
          <a:xfrm>
            <a:off x="6701099" y="3636339"/>
            <a:ext cx="4998095" cy="2410056"/>
          </a:xfrm>
          <a:prstGeom prst="rect">
            <a:avLst/>
          </a:prstGeom>
        </p:spPr>
      </p:pic>
    </p:spTree>
    <p:extLst>
      <p:ext uri="{BB962C8B-B14F-4D97-AF65-F5344CB8AC3E}">
        <p14:creationId xmlns:p14="http://schemas.microsoft.com/office/powerpoint/2010/main" val="1395154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F61F9-181B-DA2D-F14F-54AA448F1AB2}"/>
              </a:ext>
            </a:extLst>
          </p:cNvPr>
          <p:cNvSpPr>
            <a:spLocks noGrp="1"/>
          </p:cNvSpPr>
          <p:nvPr>
            <p:ph type="title"/>
          </p:nvPr>
        </p:nvSpPr>
        <p:spPr>
          <a:xfrm>
            <a:off x="267894" y="1238026"/>
            <a:ext cx="4942974" cy="853798"/>
          </a:xfrm>
        </p:spPr>
        <p:txBody>
          <a:bodyPr>
            <a:normAutofit/>
          </a:bodyPr>
          <a:lstStyle/>
          <a:p>
            <a:r>
              <a:rPr lang="en-US" sz="2400" dirty="0">
                <a:solidFill>
                  <a:srgbClr val="500001"/>
                </a:solidFill>
              </a:rPr>
              <a:t>Types of Mechanical Seals </a:t>
            </a:r>
            <a:endParaRPr lang="en-US" sz="2400" dirty="0"/>
          </a:p>
        </p:txBody>
      </p:sp>
      <p:sp>
        <p:nvSpPr>
          <p:cNvPr id="4" name="Slide Number Placeholder 3">
            <a:extLst>
              <a:ext uri="{FF2B5EF4-FFF2-40B4-BE49-F238E27FC236}">
                <a16:creationId xmlns:a16="http://schemas.microsoft.com/office/drawing/2014/main" id="{1435E0E6-8084-BFA8-1B0E-AE838D9D0CED}"/>
              </a:ext>
            </a:extLst>
          </p:cNvPr>
          <p:cNvSpPr>
            <a:spLocks noGrp="1"/>
          </p:cNvSpPr>
          <p:nvPr>
            <p:ph type="sldNum" sz="quarter" idx="12"/>
          </p:nvPr>
        </p:nvSpPr>
        <p:spPr/>
        <p:txBody>
          <a:bodyPr/>
          <a:lstStyle/>
          <a:p>
            <a:fld id="{69BB85B2-C2D1-4B8E-8603-12AB3273B405}" type="slidenum">
              <a:rPr lang="en-US" smtClean="0"/>
              <a:t>5</a:t>
            </a:fld>
            <a:endParaRPr lang="en-US"/>
          </a:p>
        </p:txBody>
      </p:sp>
      <p:sp>
        <p:nvSpPr>
          <p:cNvPr id="5" name="Rectangle 1">
            <a:extLst>
              <a:ext uri="{FF2B5EF4-FFF2-40B4-BE49-F238E27FC236}">
                <a16:creationId xmlns:a16="http://schemas.microsoft.com/office/drawing/2014/main" id="{1DB37A07-A381-E00A-D8E4-1E48EB36DCF1}"/>
              </a:ext>
            </a:extLst>
          </p:cNvPr>
          <p:cNvSpPr>
            <a:spLocks noGrp="1" noChangeArrowheads="1"/>
          </p:cNvSpPr>
          <p:nvPr>
            <p:ph idx="1"/>
          </p:nvPr>
        </p:nvSpPr>
        <p:spPr bwMode="auto">
          <a:xfrm>
            <a:off x="267894" y="2038014"/>
            <a:ext cx="7813357"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Single seals:</a:t>
            </a:r>
            <a:r>
              <a:rPr kumimoji="0" lang="en-US" altLang="en-US" sz="1400" b="0" i="0" u="none" strike="noStrike" cap="none" normalizeH="0" baseline="0" dirty="0">
                <a:ln>
                  <a:noFill/>
                </a:ln>
                <a:solidFill>
                  <a:schemeClr val="tx1"/>
                </a:solidFill>
                <a:effectLst/>
                <a:latin typeface="Arial" panose="020B0604020202020204" pitchFamily="34" charset="0"/>
              </a:rPr>
              <a:t> One rotating and one stationary face; used for clean, low-risk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Dual seals:</a:t>
            </a:r>
            <a:r>
              <a:rPr kumimoji="0" lang="en-US" altLang="en-US" sz="1400" b="0" i="0" u="none" strike="noStrike" cap="none" normalizeH="0" baseline="0" dirty="0">
                <a:ln>
                  <a:noFill/>
                </a:ln>
                <a:solidFill>
                  <a:schemeClr val="tx1"/>
                </a:solidFill>
                <a:effectLst/>
                <a:latin typeface="Arial" panose="020B0604020202020204" pitchFamily="34" charset="0"/>
              </a:rPr>
              <a:t> Two sealing sets with buffer or barrier fluid; used for hazardous or difficult fluids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Split seals:</a:t>
            </a:r>
            <a:r>
              <a:rPr kumimoji="0" lang="en-US" altLang="en-US" sz="1400" b="0" i="0" u="none" strike="noStrike" cap="none" normalizeH="0" baseline="0" dirty="0">
                <a:ln>
                  <a:noFill/>
                </a:ln>
                <a:solidFill>
                  <a:schemeClr val="tx1"/>
                </a:solidFill>
                <a:effectLst/>
                <a:latin typeface="Arial" panose="020B0604020202020204" pitchFamily="34" charset="0"/>
              </a:rPr>
              <a:t> Installed without major equipment dismantling; useful for large equipment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Balanced seals:</a:t>
            </a:r>
            <a:r>
              <a:rPr kumimoji="0" lang="en-US" altLang="en-US" sz="1400" b="0" i="0" u="none" strike="noStrike" cap="none" normalizeH="0" baseline="0" dirty="0">
                <a:ln>
                  <a:noFill/>
                </a:ln>
                <a:solidFill>
                  <a:schemeClr val="tx1"/>
                </a:solidFill>
                <a:effectLst/>
                <a:latin typeface="Arial" panose="020B0604020202020204" pitchFamily="34" charset="0"/>
              </a:rPr>
              <a:t> Reduced hydraulic face loading for higher pressure and lower heat generation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Metal bellows seals:</a:t>
            </a:r>
            <a:r>
              <a:rPr kumimoji="0" lang="en-US" altLang="en-US" sz="1400" b="0" i="0" u="none" strike="noStrike" cap="none" normalizeH="0" baseline="0" dirty="0">
                <a:ln>
                  <a:noFill/>
                </a:ln>
                <a:solidFill>
                  <a:schemeClr val="tx1"/>
                </a:solidFill>
                <a:effectLst/>
                <a:latin typeface="Arial" panose="020B0604020202020204" pitchFamily="34" charset="0"/>
              </a:rPr>
              <a:t> Non-pusher design suited to very high or low temperatures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Slurry seals:</a:t>
            </a:r>
            <a:r>
              <a:rPr kumimoji="0" lang="en-US" altLang="en-US" sz="1400" b="0" i="0" u="none" strike="noStrike" cap="none" normalizeH="0" baseline="0" dirty="0">
                <a:ln>
                  <a:noFill/>
                </a:ln>
                <a:solidFill>
                  <a:schemeClr val="tx1"/>
                </a:solidFill>
                <a:effectLst/>
                <a:latin typeface="Arial" panose="020B0604020202020204" pitchFamily="34" charset="0"/>
              </a:rPr>
              <a:t> Hard, wear-resistant materials for fluids containing solids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6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FontTx/>
              <a:buChar char="•"/>
            </a:pPr>
            <a:r>
              <a:rPr lang="en-US" sz="1400" dirty="0">
                <a:solidFill>
                  <a:schemeClr val="tx1"/>
                </a:solidFill>
              </a:rPr>
              <a:t>Arrangement 1: One seal per cartridge assembly</a:t>
            </a:r>
          </a:p>
          <a:p>
            <a:pPr marL="0" indent="0" eaLnBrk="0" fontAlgn="base" hangingPunct="0">
              <a:lnSpc>
                <a:spcPct val="100000"/>
              </a:lnSpc>
              <a:spcBef>
                <a:spcPct val="0"/>
              </a:spcBef>
              <a:spcAft>
                <a:spcPct val="0"/>
              </a:spcAft>
              <a:buFontTx/>
              <a:buChar char="•"/>
            </a:pPr>
            <a:r>
              <a:rPr lang="en-US" sz="1400" dirty="0">
                <a:solidFill>
                  <a:schemeClr val="tx1"/>
                </a:solidFill>
              </a:rPr>
              <a:t>Arrangement 2: Two seals with the inter-seal pressure below seal-chamber pressure</a:t>
            </a:r>
          </a:p>
          <a:p>
            <a:pPr marL="0" indent="0" eaLnBrk="0" fontAlgn="base" hangingPunct="0">
              <a:lnSpc>
                <a:spcPct val="100000"/>
              </a:lnSpc>
              <a:spcBef>
                <a:spcPct val="0"/>
              </a:spcBef>
              <a:spcAft>
                <a:spcPct val="0"/>
              </a:spcAft>
              <a:buFontTx/>
              <a:buChar char="•"/>
            </a:pPr>
            <a:r>
              <a:rPr lang="en-US" sz="1400" dirty="0">
                <a:solidFill>
                  <a:schemeClr val="tx1"/>
                </a:solidFill>
              </a:rPr>
              <a:t>Arrangement 3: Two seals with externally supplied barrier fluid above seal-chamber pressure</a:t>
            </a:r>
          </a:p>
          <a:p>
            <a:pPr marL="0" indent="0" eaLnBrk="0" fontAlgn="base" hangingPunct="0">
              <a:lnSpc>
                <a:spcPct val="100000"/>
              </a:lnSpc>
              <a:spcBef>
                <a:spcPct val="0"/>
              </a:spcBef>
              <a:spcAft>
                <a:spcPct val="0"/>
              </a:spcAft>
              <a:buNone/>
            </a:pPr>
            <a:endParaRPr lang="en-US" sz="1400" dirty="0">
              <a:solidFill>
                <a:schemeClr val="tx1"/>
              </a:solidFill>
            </a:endParaRPr>
          </a:p>
          <a:p>
            <a:pPr marL="0" indent="0" eaLnBrk="0" fontAlgn="base" hangingPunct="0">
              <a:lnSpc>
                <a:spcPct val="100000"/>
              </a:lnSpc>
              <a:spcBef>
                <a:spcPct val="0"/>
              </a:spcBef>
              <a:spcAft>
                <a:spcPct val="0"/>
              </a:spcAft>
              <a:buNone/>
            </a:pPr>
            <a:r>
              <a:rPr lang="en-US" sz="1400" dirty="0">
                <a:solidFill>
                  <a:schemeClr val="tx1"/>
                </a:solidFill>
              </a:rPr>
              <a:t>Typical application progression:</a:t>
            </a:r>
            <a:br>
              <a:rPr lang="en-US" sz="1400" dirty="0">
                <a:solidFill>
                  <a:schemeClr val="tx1"/>
                </a:solidFill>
              </a:rPr>
            </a:br>
            <a:endParaRPr lang="en-US" sz="1400" dirty="0">
              <a:solidFill>
                <a:schemeClr val="tx1"/>
              </a:solidFill>
            </a:endParaRPr>
          </a:p>
          <a:p>
            <a:pPr marL="0" indent="0" eaLnBrk="0" fontAlgn="base" hangingPunct="0">
              <a:lnSpc>
                <a:spcPct val="100000"/>
              </a:lnSpc>
              <a:spcBef>
                <a:spcPct val="0"/>
              </a:spcBef>
              <a:spcAft>
                <a:spcPct val="0"/>
              </a:spcAft>
              <a:buNone/>
            </a:pPr>
            <a:r>
              <a:rPr lang="en-US" sz="1400" dirty="0">
                <a:solidFill>
                  <a:schemeClr val="tx1"/>
                </a:solidFill>
              </a:rPr>
              <a:t>Arrangement 1 — lower-risk service</a:t>
            </a:r>
            <a:br>
              <a:rPr lang="en-US" sz="1400" dirty="0">
                <a:solidFill>
                  <a:schemeClr val="tx1"/>
                </a:solidFill>
              </a:rPr>
            </a:br>
            <a:r>
              <a:rPr lang="en-US" sz="1400" dirty="0">
                <a:solidFill>
                  <a:schemeClr val="tx1"/>
                </a:solidFill>
              </a:rPr>
              <a:t>Arrangement 2 — leakage containment</a:t>
            </a:r>
            <a:br>
              <a:rPr lang="en-US" sz="1400" dirty="0">
                <a:solidFill>
                  <a:schemeClr val="tx1"/>
                </a:solidFill>
              </a:rPr>
            </a:br>
            <a:r>
              <a:rPr lang="en-US" sz="1400" dirty="0">
                <a:solidFill>
                  <a:schemeClr val="tx1"/>
                </a:solidFill>
              </a:rPr>
              <a:t>Arrangement 3 — maximum process isolation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6C918F1-C15A-9195-E3E8-455F5E00C212}"/>
              </a:ext>
            </a:extLst>
          </p:cNvPr>
          <p:cNvPicPr>
            <a:picLocks noChangeAspect="1"/>
          </p:cNvPicPr>
          <p:nvPr/>
        </p:nvPicPr>
        <p:blipFill>
          <a:blip r:embed="rId3"/>
          <a:stretch>
            <a:fillRect/>
          </a:stretch>
        </p:blipFill>
        <p:spPr>
          <a:xfrm>
            <a:off x="8232474" y="1457077"/>
            <a:ext cx="3691632" cy="2924423"/>
          </a:xfrm>
          <a:prstGeom prst="rect">
            <a:avLst/>
          </a:prstGeom>
        </p:spPr>
      </p:pic>
    </p:spTree>
    <p:extLst>
      <p:ext uri="{BB962C8B-B14F-4D97-AF65-F5344CB8AC3E}">
        <p14:creationId xmlns:p14="http://schemas.microsoft.com/office/powerpoint/2010/main" val="4012310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821E5-47C9-C06C-46A3-9F03B5907B28}"/>
              </a:ext>
            </a:extLst>
          </p:cNvPr>
          <p:cNvSpPr>
            <a:spLocks noGrp="1"/>
          </p:cNvSpPr>
          <p:nvPr>
            <p:ph type="title"/>
          </p:nvPr>
        </p:nvSpPr>
        <p:spPr>
          <a:xfrm>
            <a:off x="0" y="1097048"/>
            <a:ext cx="9131300" cy="973780"/>
          </a:xfrm>
        </p:spPr>
        <p:txBody>
          <a:bodyPr>
            <a:normAutofit/>
          </a:bodyPr>
          <a:lstStyle/>
          <a:p>
            <a:r>
              <a:rPr lang="en-US" sz="2400" dirty="0"/>
              <a:t>Role of SME in API 682 Selection Ensuring Safe operation </a:t>
            </a:r>
          </a:p>
        </p:txBody>
      </p:sp>
      <p:sp>
        <p:nvSpPr>
          <p:cNvPr id="4" name="Slide Number Placeholder 3">
            <a:extLst>
              <a:ext uri="{FF2B5EF4-FFF2-40B4-BE49-F238E27FC236}">
                <a16:creationId xmlns:a16="http://schemas.microsoft.com/office/drawing/2014/main" id="{0056D78C-C1A8-59A9-9855-411408243994}"/>
              </a:ext>
            </a:extLst>
          </p:cNvPr>
          <p:cNvSpPr>
            <a:spLocks noGrp="1"/>
          </p:cNvSpPr>
          <p:nvPr>
            <p:ph type="sldNum" sz="quarter" idx="12"/>
          </p:nvPr>
        </p:nvSpPr>
        <p:spPr/>
        <p:txBody>
          <a:bodyPr/>
          <a:lstStyle/>
          <a:p>
            <a:fld id="{69BB85B2-C2D1-4B8E-8603-12AB3273B405}" type="slidenum">
              <a:rPr lang="en-US" smtClean="0"/>
              <a:t>6</a:t>
            </a:fld>
            <a:endParaRPr lang="en-US"/>
          </a:p>
        </p:txBody>
      </p:sp>
      <p:pic>
        <p:nvPicPr>
          <p:cNvPr id="6" name="Picture 5">
            <a:extLst>
              <a:ext uri="{FF2B5EF4-FFF2-40B4-BE49-F238E27FC236}">
                <a16:creationId xmlns:a16="http://schemas.microsoft.com/office/drawing/2014/main" id="{489DA8E2-CE38-4670-D4B1-8E3260EB3112}"/>
              </a:ext>
            </a:extLst>
          </p:cNvPr>
          <p:cNvPicPr>
            <a:picLocks noChangeAspect="1"/>
          </p:cNvPicPr>
          <p:nvPr/>
        </p:nvPicPr>
        <p:blipFill>
          <a:blip r:embed="rId3"/>
          <a:stretch>
            <a:fillRect/>
          </a:stretch>
        </p:blipFill>
        <p:spPr>
          <a:xfrm>
            <a:off x="7980946" y="2182455"/>
            <a:ext cx="4176963" cy="579307"/>
          </a:xfrm>
          <a:prstGeom prst="rect">
            <a:avLst/>
          </a:prstGeom>
        </p:spPr>
      </p:pic>
      <p:sp>
        <p:nvSpPr>
          <p:cNvPr id="7" name="Rectangle 1">
            <a:extLst>
              <a:ext uri="{FF2B5EF4-FFF2-40B4-BE49-F238E27FC236}">
                <a16:creationId xmlns:a16="http://schemas.microsoft.com/office/drawing/2014/main" id="{57D79E5A-D631-1518-F382-30BF8AE1A5B4}"/>
              </a:ext>
            </a:extLst>
          </p:cNvPr>
          <p:cNvSpPr>
            <a:spLocks noGrp="1" noChangeArrowheads="1"/>
          </p:cNvSpPr>
          <p:nvPr>
            <p:ph idx="1"/>
          </p:nvPr>
        </p:nvSpPr>
        <p:spPr bwMode="auto">
          <a:xfrm>
            <a:off x="58488" y="1980591"/>
            <a:ext cx="77851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i="0" u="none" strike="noStrike" cap="none" normalizeH="0" baseline="0" dirty="0">
                <a:ln>
                  <a:noFill/>
                </a:ln>
                <a:solidFill>
                  <a:schemeClr val="tx1"/>
                </a:solidFill>
                <a:effectLst/>
                <a:latin typeface="Arial" panose="020B0604020202020204" pitchFamily="34" charset="0"/>
              </a:rPr>
              <a:t>API 682 bullet symbol: </a:t>
            </a:r>
            <a:r>
              <a:rPr kumimoji="0" lang="en-US" altLang="en-US" sz="1400" b="0" i="0" u="none" strike="noStrike" cap="none" normalizeH="0" baseline="0" dirty="0">
                <a:ln>
                  <a:noFill/>
                </a:ln>
                <a:solidFill>
                  <a:schemeClr val="tx1"/>
                </a:solidFill>
                <a:effectLst/>
                <a:latin typeface="Arial" panose="020B0604020202020204" pitchFamily="34" charset="0"/>
              </a:rPr>
              <a:t>purchaser decision or additional information required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latin typeface="Arial" panose="020B0604020202020204" pitchFamily="34" charset="0"/>
              </a:rPr>
              <a:t>Transmitters are the default requirement</a:t>
            </a:r>
            <a:r>
              <a:rPr kumimoji="0" lang="en-US" altLang="en-US" sz="1400" b="0" i="0" u="none" strike="noStrike" cap="none" normalizeH="0" baseline="0" dirty="0">
                <a:ln>
                  <a:noFill/>
                </a:ln>
                <a:solidFill>
                  <a:schemeClr val="tx1"/>
                </a:solidFill>
                <a:effectLst/>
                <a:latin typeface="Arial" panose="020B0604020202020204" pitchFamily="34" charset="0"/>
              </a:rPr>
              <a:t> for alarmed variables</a:t>
            </a:r>
            <a:r>
              <a:rPr lang="en-US" altLang="en-US" sz="1400" dirty="0">
                <a:solidFill>
                  <a:schemeClr val="tx1"/>
                </a:solidFill>
              </a:rPr>
              <a:t>, </a:t>
            </a:r>
            <a:r>
              <a:rPr kumimoji="0" lang="en-US" altLang="en-US" sz="1400" b="0" i="0" u="none" strike="noStrike" cap="none" normalizeH="0" baseline="0" dirty="0">
                <a:ln>
                  <a:noFill/>
                </a:ln>
                <a:solidFill>
                  <a:schemeClr val="tx1"/>
                </a:solidFill>
                <a:effectLst/>
                <a:latin typeface="Arial" panose="020B0604020202020204" pitchFamily="34" charset="0"/>
              </a:rPr>
              <a:t>Switches should only be used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b="1" dirty="0">
                <a:solidFill>
                  <a:schemeClr val="tx1"/>
                </a:solidFill>
              </a:rPr>
              <a:t>  </a:t>
            </a:r>
            <a:r>
              <a:rPr kumimoji="0" lang="en-US" altLang="en-US" sz="1400" b="1" i="0" u="none" strike="noStrike" cap="none" normalizeH="0" baseline="0" dirty="0">
                <a:ln>
                  <a:noFill/>
                </a:ln>
                <a:solidFill>
                  <a:schemeClr val="tx1"/>
                </a:solidFill>
                <a:effectLst/>
                <a:latin typeface="Arial" panose="020B0604020202020204" pitchFamily="34" charset="0"/>
              </a:rPr>
              <a:t>when specifically selected</a:t>
            </a:r>
            <a:r>
              <a:rPr kumimoji="0" lang="en-US" altLang="en-US" sz="14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Selection should consider fluid hazard, emissions risk, seal arrangement, and failure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solidFill>
                  <a:schemeClr val="tx1"/>
                </a:solidFill>
              </a:rPr>
              <a:t>  </a:t>
            </a:r>
            <a:r>
              <a:rPr kumimoji="0" lang="en-US" altLang="en-US" sz="1400" b="0" i="0" u="none" strike="noStrike" cap="none" normalizeH="0" baseline="0" dirty="0">
                <a:ln>
                  <a:noFill/>
                </a:ln>
                <a:solidFill>
                  <a:schemeClr val="tx1"/>
                </a:solidFill>
                <a:effectLst/>
                <a:latin typeface="Arial" panose="020B0604020202020204" pitchFamily="34" charset="0"/>
              </a:rPr>
              <a:t>consequence, transmitters support trending, early warning, and better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solidFill>
                  <a:schemeClr val="tx1"/>
                </a:solidFill>
              </a:rPr>
              <a:t>  </a:t>
            </a:r>
            <a:r>
              <a:rPr kumimoji="0" lang="en-US" altLang="en-US" sz="1400" b="0" i="0" u="none" strike="noStrike" cap="none" normalizeH="0" baseline="0" dirty="0">
                <a:ln>
                  <a:noFill/>
                </a:ln>
                <a:solidFill>
                  <a:schemeClr val="tx1"/>
                </a:solidFill>
                <a:effectLst/>
                <a:latin typeface="Arial" panose="020B0604020202020204" pitchFamily="34" charset="0"/>
              </a:rPr>
              <a:t>diagnostics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400" dirty="0">
                <a:solidFill>
                  <a:schemeClr val="tx1"/>
                </a:solidFill>
              </a:rPr>
              <a:t> Unpressurized seal plan, for instance plan 52 utilizes different trip interval settings in different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solidFill>
                  <a:schemeClr val="tx1"/>
                </a:solidFill>
              </a:rPr>
              <a:t>  plants, this impacts process safety because if the primary seal fails with 15 minutes set on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solidFill>
                  <a:schemeClr val="tx1"/>
                </a:solidFill>
              </a:rPr>
              <a:t>  pressure transmitter this can create dangerous situations. API 682 does not provide guidance. </a:t>
            </a:r>
          </a:p>
          <a:p>
            <a:pPr marL="0" marR="0" lvl="0" indent="0" algn="l" defTabSz="914400" rtl="0" eaLnBrk="0" fontAlgn="base" latinLnBrk="0" hangingPunct="0">
              <a:lnSpc>
                <a:spcPct val="100000"/>
              </a:lnSpc>
              <a:spcBef>
                <a:spcPct val="0"/>
              </a:spcBef>
              <a:spcAft>
                <a:spcPct val="0"/>
              </a:spcAft>
              <a:buClrTx/>
              <a:buSzTx/>
              <a:buNone/>
              <a:tabLst/>
            </a:pPr>
            <a:endParaRPr lang="en-US" altLang="en-US" sz="14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panose="020B0604020202020204" pitchFamily="34" charset="0"/>
              </a:rPr>
              <a:t> Alarm trip points on sealing systems should be set decided not randomly but based on specific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design considerations and plant operating philosophies. For plan 52, look at chocked flow </a:t>
            </a:r>
          </a:p>
          <a:p>
            <a:pPr marL="0" marR="0" lvl="0" indent="0" algn="l" defTabSz="914400" rtl="0" eaLnBrk="0" fontAlgn="base" latinLnBrk="0" hangingPunct="0">
              <a:lnSpc>
                <a:spcPct val="100000"/>
              </a:lnSpc>
              <a:spcBef>
                <a:spcPct val="0"/>
              </a:spcBef>
              <a:spcAft>
                <a:spcPct val="0"/>
              </a:spcAft>
              <a:buClrTx/>
              <a:buSzTx/>
              <a:buNone/>
              <a:tabLst/>
            </a:pPr>
            <a:r>
              <a:rPr lang="en-US" altLang="en-US" sz="1400" dirty="0">
                <a:solidFill>
                  <a:schemeClr val="tx1"/>
                </a:solidFill>
              </a:rPr>
              <a:t>  </a:t>
            </a:r>
            <a:r>
              <a:rPr kumimoji="0" lang="en-US" altLang="en-US" sz="1400" b="0" i="0" u="none" strike="noStrike" cap="none" normalizeH="0" baseline="0" dirty="0">
                <a:ln>
                  <a:noFill/>
                </a:ln>
                <a:solidFill>
                  <a:schemeClr val="tx1"/>
                </a:solidFill>
                <a:effectLst/>
                <a:latin typeface="Arial" panose="020B0604020202020204" pitchFamily="34" charset="0"/>
              </a:rPr>
              <a:t>condition for the process and that will help determine when the primary seal is in a faile</a:t>
            </a:r>
            <a:r>
              <a:rPr lang="en-US" altLang="en-US" sz="1400" dirty="0">
                <a:solidFill>
                  <a:schemeClr val="tx1"/>
                </a:solidFill>
              </a:rPr>
              <a:t>d state. </a:t>
            </a: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4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AFCB83D4-088D-EAA7-6CAE-0F7C16AAFF40}"/>
              </a:ext>
            </a:extLst>
          </p:cNvPr>
          <p:cNvPicPr>
            <a:picLocks noChangeAspect="1"/>
          </p:cNvPicPr>
          <p:nvPr/>
        </p:nvPicPr>
        <p:blipFill>
          <a:blip r:embed="rId4"/>
          <a:stretch>
            <a:fillRect/>
          </a:stretch>
        </p:blipFill>
        <p:spPr>
          <a:xfrm>
            <a:off x="7828915" y="3429000"/>
            <a:ext cx="4304597" cy="2427865"/>
          </a:xfrm>
          <a:prstGeom prst="rect">
            <a:avLst/>
          </a:prstGeom>
        </p:spPr>
      </p:pic>
    </p:spTree>
    <p:extLst>
      <p:ext uri="{BB962C8B-B14F-4D97-AF65-F5344CB8AC3E}">
        <p14:creationId xmlns:p14="http://schemas.microsoft.com/office/powerpoint/2010/main" val="120694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8AF22-C71F-0391-F1CA-808641085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EE2D0-90FC-DC8A-7E03-F510B027D0B3}"/>
              </a:ext>
            </a:extLst>
          </p:cNvPr>
          <p:cNvSpPr>
            <a:spLocks noGrp="1"/>
          </p:cNvSpPr>
          <p:nvPr>
            <p:ph type="title"/>
          </p:nvPr>
        </p:nvSpPr>
        <p:spPr/>
        <p:txBody>
          <a:bodyPr/>
          <a:lstStyle/>
          <a:p>
            <a:r>
              <a:rPr lang="en-US" dirty="0"/>
              <a:t>Why Is Consistency Important?</a:t>
            </a:r>
          </a:p>
        </p:txBody>
      </p:sp>
      <p:sp>
        <p:nvSpPr>
          <p:cNvPr id="3" name="Content Placeholder 2">
            <a:extLst>
              <a:ext uri="{FF2B5EF4-FFF2-40B4-BE49-F238E27FC236}">
                <a16:creationId xmlns:a16="http://schemas.microsoft.com/office/drawing/2014/main" id="{E02C5F37-5C42-B1FE-1651-501F5B54F297}"/>
              </a:ext>
            </a:extLst>
          </p:cNvPr>
          <p:cNvSpPr>
            <a:spLocks noGrp="1"/>
          </p:cNvSpPr>
          <p:nvPr>
            <p:ph sz="half" idx="1"/>
          </p:nvPr>
        </p:nvSpPr>
        <p:spPr>
          <a:xfrm>
            <a:off x="579422" y="2124009"/>
            <a:ext cx="3892990" cy="4219039"/>
          </a:xfrm>
        </p:spPr>
        <p:txBody>
          <a:bodyPr>
            <a:normAutofit/>
          </a:bodyPr>
          <a:lstStyle/>
          <a:p>
            <a:r>
              <a:rPr lang="en-US" dirty="0"/>
              <a:t>Challenge: The same pump seal arrangement can receive different risk rankings depending on the assessment methodology applied.</a:t>
            </a:r>
          </a:p>
        </p:txBody>
      </p:sp>
      <p:sp>
        <p:nvSpPr>
          <p:cNvPr id="4" name="Slide Number Placeholder 3">
            <a:extLst>
              <a:ext uri="{FF2B5EF4-FFF2-40B4-BE49-F238E27FC236}">
                <a16:creationId xmlns:a16="http://schemas.microsoft.com/office/drawing/2014/main" id="{376A64F4-A609-445A-E73A-B6B978DBDD1C}"/>
              </a:ext>
            </a:extLst>
          </p:cNvPr>
          <p:cNvSpPr>
            <a:spLocks noGrp="1"/>
          </p:cNvSpPr>
          <p:nvPr>
            <p:ph type="sldNum" sz="quarter" idx="12"/>
          </p:nvPr>
        </p:nvSpPr>
        <p:spPr/>
        <p:txBody>
          <a:bodyPr/>
          <a:lstStyle/>
          <a:p>
            <a:fld id="{69BB85B2-C2D1-4B8E-8603-12AB3273B405}" type="slidenum">
              <a:rPr lang="en-US" smtClean="0"/>
              <a:t>7</a:t>
            </a:fld>
            <a:endParaRPr lang="en-US"/>
          </a:p>
        </p:txBody>
      </p:sp>
      <p:pic>
        <p:nvPicPr>
          <p:cNvPr id="9" name="Content Placeholder 8">
            <a:extLst>
              <a:ext uri="{FF2B5EF4-FFF2-40B4-BE49-F238E27FC236}">
                <a16:creationId xmlns:a16="http://schemas.microsoft.com/office/drawing/2014/main" id="{70609BBA-AA0B-456A-42FC-7A0EF658253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472412" y="2095839"/>
            <a:ext cx="6742193" cy="4494796"/>
          </a:xfrm>
          <a:prstGeom prst="rect">
            <a:avLst/>
          </a:prstGeom>
        </p:spPr>
      </p:pic>
    </p:spTree>
    <p:extLst>
      <p:ext uri="{BB962C8B-B14F-4D97-AF65-F5344CB8AC3E}">
        <p14:creationId xmlns:p14="http://schemas.microsoft.com/office/powerpoint/2010/main" val="2115904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E81C9-80F0-D31D-EC2E-001C83688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12FF6-1D86-31F3-D0F4-3A2B71DE3CD9}"/>
              </a:ext>
            </a:extLst>
          </p:cNvPr>
          <p:cNvSpPr>
            <a:spLocks noGrp="1"/>
          </p:cNvSpPr>
          <p:nvPr>
            <p:ph type="title"/>
          </p:nvPr>
        </p:nvSpPr>
        <p:spPr>
          <a:xfrm>
            <a:off x="587603" y="1190033"/>
            <a:ext cx="6839739" cy="872724"/>
          </a:xfrm>
        </p:spPr>
        <p:txBody>
          <a:bodyPr>
            <a:noAutofit/>
          </a:bodyPr>
          <a:lstStyle/>
          <a:p>
            <a:r>
              <a:rPr lang="en-US" dirty="0">
                <a:solidFill>
                  <a:srgbClr val="500000"/>
                </a:solidFill>
              </a:rPr>
              <a:t>Proposed Assessment Approach </a:t>
            </a:r>
            <a:endParaRPr lang="en-US" dirty="0"/>
          </a:p>
        </p:txBody>
      </p:sp>
      <p:pic>
        <p:nvPicPr>
          <p:cNvPr id="7" name="Picture Placeholder 6">
            <a:extLst>
              <a:ext uri="{FF2B5EF4-FFF2-40B4-BE49-F238E27FC236}">
                <a16:creationId xmlns:a16="http://schemas.microsoft.com/office/drawing/2014/main" id="{7236893B-9723-BB21-DC12-B04CE52D4272}"/>
              </a:ext>
            </a:extLst>
          </p:cNvPr>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2440" b="2440"/>
          <a:stretch>
            <a:fillRect/>
          </a:stretch>
        </p:blipFill>
        <p:spPr>
          <a:xfrm>
            <a:off x="7620000" y="1457763"/>
            <a:ext cx="4572000" cy="5073650"/>
          </a:xfrm>
          <a:prstGeom prst="rect">
            <a:avLst/>
          </a:prstGeom>
        </p:spPr>
      </p:pic>
      <p:sp>
        <p:nvSpPr>
          <p:cNvPr id="4" name="Text Placeholder 3">
            <a:extLst>
              <a:ext uri="{FF2B5EF4-FFF2-40B4-BE49-F238E27FC236}">
                <a16:creationId xmlns:a16="http://schemas.microsoft.com/office/drawing/2014/main" id="{96E21E83-FADA-E6C0-4AEB-47D280D3EAE7}"/>
              </a:ext>
            </a:extLst>
          </p:cNvPr>
          <p:cNvSpPr>
            <a:spLocks noGrp="1"/>
          </p:cNvSpPr>
          <p:nvPr>
            <p:ph type="body" sz="half" idx="2"/>
          </p:nvPr>
        </p:nvSpPr>
        <p:spPr/>
        <p:txBody>
          <a:bodyPr>
            <a:normAutofit/>
          </a:bodyPr>
          <a:lstStyle/>
          <a:p>
            <a:pPr marL="228600" indent="-228600">
              <a:lnSpc>
                <a:spcPct val="110000"/>
              </a:lnSpc>
            </a:pPr>
            <a:r>
              <a:rPr lang="en-US" sz="2800" dirty="0"/>
              <a:t>Engineering standards</a:t>
            </a:r>
          </a:p>
          <a:p>
            <a:pPr marL="228600" indent="-228600">
              <a:lnSpc>
                <a:spcPct val="110000"/>
              </a:lnSpc>
            </a:pPr>
            <a:r>
              <a:rPr lang="en-US" sz="2800" dirty="0"/>
              <a:t>Minimum safeguards</a:t>
            </a:r>
          </a:p>
          <a:p>
            <a:pPr marL="228600" indent="-228600">
              <a:lnSpc>
                <a:spcPct val="110000"/>
              </a:lnSpc>
            </a:pPr>
            <a:r>
              <a:rPr lang="en-US" sz="2800" dirty="0"/>
              <a:t>HAZOP &amp; LOPA</a:t>
            </a:r>
          </a:p>
          <a:p>
            <a:pPr marL="228600" indent="-228600">
              <a:lnSpc>
                <a:spcPct val="110000"/>
              </a:lnSpc>
            </a:pPr>
            <a:r>
              <a:rPr lang="en-US" sz="2800" dirty="0"/>
              <a:t>SME judgment</a:t>
            </a:r>
          </a:p>
          <a:p>
            <a:pPr marL="228600" indent="-228600">
              <a:lnSpc>
                <a:spcPct val="110000"/>
              </a:lnSpc>
            </a:pPr>
            <a:r>
              <a:rPr lang="en-US" sz="2800" dirty="0"/>
              <a:t>Reliability learning</a:t>
            </a:r>
          </a:p>
        </p:txBody>
      </p:sp>
      <p:sp>
        <p:nvSpPr>
          <p:cNvPr id="5" name="Slide Number Placeholder 4">
            <a:extLst>
              <a:ext uri="{FF2B5EF4-FFF2-40B4-BE49-F238E27FC236}">
                <a16:creationId xmlns:a16="http://schemas.microsoft.com/office/drawing/2014/main" id="{0DC320C0-102B-D57A-C003-0543B3B675D3}"/>
              </a:ext>
            </a:extLst>
          </p:cNvPr>
          <p:cNvSpPr>
            <a:spLocks noGrp="1"/>
          </p:cNvSpPr>
          <p:nvPr>
            <p:ph type="sldNum" sz="quarter" idx="12"/>
          </p:nvPr>
        </p:nvSpPr>
        <p:spPr/>
        <p:txBody>
          <a:bodyPr/>
          <a:lstStyle/>
          <a:p>
            <a:fld id="{69BB85B2-C2D1-4B8E-8603-12AB3273B405}" type="slidenum">
              <a:rPr lang="en-US" smtClean="0"/>
              <a:t>8</a:t>
            </a:fld>
            <a:endParaRPr lang="en-US"/>
          </a:p>
        </p:txBody>
      </p:sp>
    </p:spTree>
    <p:extLst>
      <p:ext uri="{BB962C8B-B14F-4D97-AF65-F5344CB8AC3E}">
        <p14:creationId xmlns:p14="http://schemas.microsoft.com/office/powerpoint/2010/main" val="2272947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E2F9799-8D4B-13AD-674E-2B235F0AFF05}"/>
              </a:ext>
            </a:extLst>
          </p:cNvPr>
          <p:cNvSpPr>
            <a:spLocks noGrp="1"/>
          </p:cNvSpPr>
          <p:nvPr>
            <p:ph type="sldNum" sz="quarter" idx="12"/>
          </p:nvPr>
        </p:nvSpPr>
        <p:spPr/>
        <p:txBody>
          <a:bodyPr/>
          <a:lstStyle/>
          <a:p>
            <a:fld id="{69BB85B2-C2D1-4B8E-8603-12AB3273B405}" type="slidenum">
              <a:rPr lang="en-US" smtClean="0"/>
              <a:t>9</a:t>
            </a:fld>
            <a:endParaRPr lang="en-US"/>
          </a:p>
        </p:txBody>
      </p:sp>
      <p:sp>
        <p:nvSpPr>
          <p:cNvPr id="7" name="TextBox 6">
            <a:extLst>
              <a:ext uri="{FF2B5EF4-FFF2-40B4-BE49-F238E27FC236}">
                <a16:creationId xmlns:a16="http://schemas.microsoft.com/office/drawing/2014/main" id="{8ADA86F4-E56C-E73A-82E2-1CBC6EF0F937}"/>
              </a:ext>
            </a:extLst>
          </p:cNvPr>
          <p:cNvSpPr txBox="1"/>
          <p:nvPr/>
        </p:nvSpPr>
        <p:spPr>
          <a:xfrm>
            <a:off x="349313" y="1400348"/>
            <a:ext cx="9355403" cy="604781"/>
          </a:xfrm>
          <a:prstGeom prst="rect">
            <a:avLst/>
          </a:prstGeom>
          <a:noFill/>
        </p:spPr>
        <p:txBody>
          <a:bodyPr wrap="square">
            <a:spAutoFit/>
          </a:bodyPr>
          <a:lstStyle/>
          <a:p>
            <a:pPr fontAlgn="t">
              <a:lnSpc>
                <a:spcPct val="90000"/>
              </a:lnSpc>
              <a:spcBef>
                <a:spcPct val="0"/>
              </a:spcBef>
            </a:pPr>
            <a:r>
              <a:rPr lang="en-US" sz="3600" dirty="0">
                <a:solidFill>
                  <a:srgbClr val="500000"/>
                </a:solidFill>
                <a:latin typeface="Arial" panose="020B0604020202020204" pitchFamily="34" charset="0"/>
                <a:ea typeface="+mj-ea"/>
                <a:cs typeface="Arial" panose="020B0604020202020204" pitchFamily="34" charset="0"/>
              </a:rPr>
              <a:t>Complementary Assessment Techniques</a:t>
            </a:r>
          </a:p>
        </p:txBody>
      </p:sp>
      <p:sp>
        <p:nvSpPr>
          <p:cNvPr id="9" name="TextBox 8">
            <a:extLst>
              <a:ext uri="{FF2B5EF4-FFF2-40B4-BE49-F238E27FC236}">
                <a16:creationId xmlns:a16="http://schemas.microsoft.com/office/drawing/2014/main" id="{EBCEFC91-67EB-9931-996F-AC765AFC8636}"/>
              </a:ext>
            </a:extLst>
          </p:cNvPr>
          <p:cNvSpPr txBox="1"/>
          <p:nvPr/>
        </p:nvSpPr>
        <p:spPr>
          <a:xfrm>
            <a:off x="349313" y="2005129"/>
            <a:ext cx="10839147" cy="3139321"/>
          </a:xfrm>
          <a:prstGeom prst="rect">
            <a:avLst/>
          </a:prstGeom>
          <a:noFill/>
        </p:spPr>
        <p:txBody>
          <a:bodyPr wrap="square">
            <a:spAutoFit/>
          </a:bodyPr>
          <a:lstStyle/>
          <a:p>
            <a:pPr fontAlgn="t">
              <a:lnSpc>
                <a:spcPct val="100000"/>
              </a:lnSpc>
              <a:buNone/>
            </a:pPr>
            <a:r>
              <a:rPr lang="en-US" sz="1800" b="1" i="0" dirty="0">
                <a:effectLst/>
                <a:latin typeface="+mn-lt"/>
              </a:rPr>
              <a:t>FMEA- Failure Modes and Effects Analysis</a:t>
            </a:r>
            <a:endParaRPr lang="en-US" sz="1800" b="0" i="0" dirty="0">
              <a:effectLst/>
              <a:latin typeface="+mn-lt"/>
            </a:endParaRPr>
          </a:p>
          <a:p>
            <a:pPr marL="342900" lvl="0" indent="-342900" fontAlgn="t">
              <a:lnSpc>
                <a:spcPct val="100000"/>
              </a:lnSpc>
              <a:buFont typeface="Arial" panose="020B0604020202020204" pitchFamily="34" charset="0"/>
              <a:buChar char="•"/>
            </a:pPr>
            <a:r>
              <a:rPr lang="en-US" sz="1800" b="0" i="0" dirty="0">
                <a:effectLst/>
                <a:latin typeface="+mn-lt"/>
              </a:rPr>
              <a:t>Identifies potential equipment failure modes</a:t>
            </a:r>
          </a:p>
          <a:p>
            <a:pPr marL="342900" lvl="0" indent="-342900" fontAlgn="t">
              <a:lnSpc>
                <a:spcPct val="100000"/>
              </a:lnSpc>
              <a:buFont typeface="Arial" panose="020B0604020202020204" pitchFamily="34" charset="0"/>
              <a:buChar char="•"/>
            </a:pPr>
            <a:r>
              <a:rPr lang="en-US" sz="1800" b="0" i="0" dirty="0">
                <a:effectLst/>
                <a:latin typeface="+mn-lt"/>
              </a:rPr>
              <a:t>Evaluates operational impacts</a:t>
            </a:r>
          </a:p>
          <a:p>
            <a:pPr fontAlgn="t">
              <a:lnSpc>
                <a:spcPct val="100000"/>
              </a:lnSpc>
              <a:buNone/>
            </a:pPr>
            <a:r>
              <a:rPr lang="en-US" sz="1800" b="1" i="0" dirty="0">
                <a:effectLst/>
                <a:latin typeface="+mn-lt"/>
              </a:rPr>
              <a:t>FMECA- Failure Modes, Effects and Criticality Analysis</a:t>
            </a:r>
            <a:endParaRPr lang="en-US" sz="1800" b="0" i="0" dirty="0">
              <a:effectLst/>
              <a:latin typeface="+mn-lt"/>
            </a:endParaRPr>
          </a:p>
          <a:p>
            <a:pPr marL="342900" lvl="0" indent="-342900" fontAlgn="t">
              <a:lnSpc>
                <a:spcPct val="100000"/>
              </a:lnSpc>
              <a:buFont typeface="Arial" panose="020B0604020202020204" pitchFamily="34" charset="0"/>
              <a:buChar char="•"/>
            </a:pPr>
            <a:r>
              <a:rPr lang="en-US" sz="1800" b="0" i="0" dirty="0">
                <a:effectLst/>
                <a:latin typeface="+mn-lt"/>
              </a:rPr>
              <a:t>Prioritizes failures based on consequence and likelihood</a:t>
            </a:r>
          </a:p>
          <a:p>
            <a:pPr fontAlgn="t">
              <a:lnSpc>
                <a:spcPct val="100000"/>
              </a:lnSpc>
              <a:buNone/>
            </a:pPr>
            <a:r>
              <a:rPr lang="en-US" sz="1800" b="1" i="0" dirty="0">
                <a:effectLst/>
                <a:latin typeface="+mn-lt"/>
              </a:rPr>
              <a:t>RCM- Reliability-Centered Maintenance</a:t>
            </a:r>
            <a:endParaRPr lang="en-US" sz="1800" b="0" i="0" dirty="0">
              <a:effectLst/>
              <a:latin typeface="+mn-lt"/>
            </a:endParaRPr>
          </a:p>
          <a:p>
            <a:pPr marL="342900" lvl="0" indent="-342900" fontAlgn="t">
              <a:lnSpc>
                <a:spcPct val="100000"/>
              </a:lnSpc>
              <a:buFont typeface="Arial" panose="020B0604020202020204" pitchFamily="34" charset="0"/>
              <a:buChar char="•"/>
            </a:pPr>
            <a:r>
              <a:rPr lang="en-US" sz="1800" b="0" i="0" dirty="0">
                <a:effectLst/>
                <a:latin typeface="+mn-lt"/>
              </a:rPr>
              <a:t>Optimizes maintenance strategies</a:t>
            </a:r>
          </a:p>
          <a:p>
            <a:pPr marL="342900" lvl="0" indent="-342900" fontAlgn="t">
              <a:lnSpc>
                <a:spcPct val="100000"/>
              </a:lnSpc>
              <a:buFont typeface="Arial" panose="020B0604020202020204" pitchFamily="34" charset="0"/>
              <a:buChar char="•"/>
            </a:pPr>
            <a:r>
              <a:rPr lang="en-US" sz="1800" b="0" i="0" dirty="0">
                <a:effectLst/>
                <a:latin typeface="+mn-lt"/>
              </a:rPr>
              <a:t>Preserves equipment functionality</a:t>
            </a:r>
          </a:p>
          <a:p>
            <a:pPr fontAlgn="t">
              <a:lnSpc>
                <a:spcPct val="100000"/>
              </a:lnSpc>
              <a:buNone/>
            </a:pPr>
            <a:r>
              <a:rPr lang="en-US" sz="1800" b="1" i="0" dirty="0">
                <a:effectLst/>
                <a:latin typeface="+mn-lt"/>
              </a:rPr>
              <a:t>FTA- Fault Tree Analysis</a:t>
            </a:r>
            <a:endParaRPr lang="en-US" sz="1800" b="0" i="0" dirty="0">
              <a:effectLst/>
              <a:latin typeface="+mn-lt"/>
            </a:endParaRPr>
          </a:p>
          <a:p>
            <a:pPr marL="342900" lvl="0" indent="-342900" fontAlgn="t">
              <a:lnSpc>
                <a:spcPct val="100000"/>
              </a:lnSpc>
              <a:buFont typeface="Arial" panose="020B0604020202020204" pitchFamily="34" charset="0"/>
              <a:buChar char="•"/>
            </a:pPr>
            <a:r>
              <a:rPr lang="en-US" sz="1800" b="0" i="0" dirty="0">
                <a:effectLst/>
                <a:latin typeface="+mn-lt"/>
              </a:rPr>
              <a:t>Evaluates causal pathways</a:t>
            </a:r>
          </a:p>
          <a:p>
            <a:pPr marL="342900" lvl="0" indent="-342900" fontAlgn="t">
              <a:lnSpc>
                <a:spcPct val="100000"/>
              </a:lnSpc>
              <a:buFont typeface="Arial" panose="020B0604020202020204" pitchFamily="34" charset="0"/>
              <a:buChar char="•"/>
            </a:pPr>
            <a:r>
              <a:rPr lang="en-US" sz="1800" b="0" i="0" dirty="0">
                <a:effectLst/>
                <a:latin typeface="+mn-lt"/>
              </a:rPr>
              <a:t>Identifies common-cause and dependent failures</a:t>
            </a:r>
            <a:endParaRPr lang="en-US" sz="1800" b="0" i="0" dirty="0">
              <a:effectLst/>
              <a:latin typeface="Segoe UI" panose="020B0502040204020203" pitchFamily="34" charset="0"/>
            </a:endParaRPr>
          </a:p>
        </p:txBody>
      </p:sp>
      <p:sp>
        <p:nvSpPr>
          <p:cNvPr id="11" name="TextBox 10">
            <a:extLst>
              <a:ext uri="{FF2B5EF4-FFF2-40B4-BE49-F238E27FC236}">
                <a16:creationId xmlns:a16="http://schemas.microsoft.com/office/drawing/2014/main" id="{F1AC3E16-82E8-7922-473B-21759E044BF3}"/>
              </a:ext>
            </a:extLst>
          </p:cNvPr>
          <p:cNvSpPr txBox="1"/>
          <p:nvPr/>
        </p:nvSpPr>
        <p:spPr>
          <a:xfrm>
            <a:off x="349313" y="5413094"/>
            <a:ext cx="11493374" cy="646331"/>
          </a:xfrm>
          <a:prstGeom prst="rect">
            <a:avLst/>
          </a:prstGeom>
          <a:noFill/>
        </p:spPr>
        <p:txBody>
          <a:bodyPr wrap="square">
            <a:spAutoFit/>
          </a:bodyPr>
          <a:lstStyle/>
          <a:p>
            <a:pPr fontAlgn="t">
              <a:lnSpc>
                <a:spcPct val="100000"/>
              </a:lnSpc>
              <a:buNone/>
            </a:pPr>
            <a:r>
              <a:rPr lang="en-US" sz="1800" b="0" i="0" dirty="0">
                <a:effectLst/>
                <a:latin typeface="+mn-lt"/>
              </a:rPr>
              <a:t>HAZOP and LOPA should be complemented by reliability-based methods to better evaluate failure mechanisms, safeguard performance, and risk decisions.</a:t>
            </a:r>
            <a:endParaRPr lang="en-US" sz="1800" b="0" i="0" dirty="0">
              <a:effectLst/>
              <a:latin typeface="Segoe UI" panose="020B0502040204020203" pitchFamily="34" charset="0"/>
            </a:endParaRPr>
          </a:p>
        </p:txBody>
      </p:sp>
    </p:spTree>
    <p:extLst>
      <p:ext uri="{BB962C8B-B14F-4D97-AF65-F5344CB8AC3E}">
        <p14:creationId xmlns:p14="http://schemas.microsoft.com/office/powerpoint/2010/main" val="2129454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31FB7-3CDC-E787-A2CF-299C44D75E3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4F40CE-134E-B625-7E71-13BB5E6C728D}"/>
              </a:ext>
            </a:extLst>
          </p:cNvPr>
          <p:cNvSpPr>
            <a:spLocks noGrp="1"/>
          </p:cNvSpPr>
          <p:nvPr>
            <p:ph type="sldNum" sz="quarter" idx="12"/>
          </p:nvPr>
        </p:nvSpPr>
        <p:spPr/>
        <p:txBody>
          <a:bodyPr/>
          <a:lstStyle/>
          <a:p>
            <a:fld id="{69BB85B2-C2D1-4B8E-8603-12AB3273B405}" type="slidenum">
              <a:rPr lang="en-US" smtClean="0"/>
              <a:t>10</a:t>
            </a:fld>
            <a:endParaRPr lang="en-US"/>
          </a:p>
        </p:txBody>
      </p:sp>
      <p:sp>
        <p:nvSpPr>
          <p:cNvPr id="13" name="Shape 0">
            <a:extLst>
              <a:ext uri="{FF2B5EF4-FFF2-40B4-BE49-F238E27FC236}">
                <a16:creationId xmlns:a16="http://schemas.microsoft.com/office/drawing/2014/main" id="{7729976D-DC5A-FA43-4579-92485C4D49D9}"/>
              </a:ext>
            </a:extLst>
          </p:cNvPr>
          <p:cNvSpPr/>
          <p:nvPr/>
        </p:nvSpPr>
        <p:spPr>
          <a:xfrm>
            <a:off x="0" y="0"/>
            <a:ext cx="12191695" cy="502920"/>
          </a:xfrm>
          <a:prstGeom prst="rect">
            <a:avLst/>
          </a:prstGeom>
          <a:solidFill>
            <a:srgbClr val="6E1F26"/>
          </a:solidFill>
          <a:ln w="12700">
            <a:solidFill>
              <a:srgbClr val="6E1F26"/>
            </a:solidFill>
            <a:prstDash val="solid"/>
          </a:ln>
        </p:spPr>
        <p:txBody>
          <a:bodyPr/>
          <a:lstStyle/>
          <a:p>
            <a:endParaRPr lang="en-GB"/>
          </a:p>
        </p:txBody>
      </p:sp>
      <p:sp>
        <p:nvSpPr>
          <p:cNvPr id="15" name="Text 1">
            <a:extLst>
              <a:ext uri="{FF2B5EF4-FFF2-40B4-BE49-F238E27FC236}">
                <a16:creationId xmlns:a16="http://schemas.microsoft.com/office/drawing/2014/main" id="{6CB0EB5E-A9ED-F7FA-D0E1-C32504BA0222}"/>
              </a:ext>
            </a:extLst>
          </p:cNvPr>
          <p:cNvSpPr/>
          <p:nvPr/>
        </p:nvSpPr>
        <p:spPr>
          <a:xfrm>
            <a:off x="320040" y="109728"/>
            <a:ext cx="4937760" cy="182880"/>
          </a:xfrm>
          <a:prstGeom prst="rect">
            <a:avLst/>
          </a:prstGeom>
          <a:noFill/>
          <a:ln/>
        </p:spPr>
        <p:txBody>
          <a:bodyPr wrap="square" lIns="0" tIns="0" rIns="0" bIns="0" rtlCol="0" anchor="ctr"/>
          <a:lstStyle/>
          <a:p>
            <a:pPr marL="0" indent="0">
              <a:buNone/>
            </a:pPr>
            <a:r>
              <a:rPr lang="en-US" sz="1000" b="1" dirty="0">
                <a:solidFill>
                  <a:srgbClr val="FFFFFF"/>
                </a:solidFill>
              </a:rPr>
              <a:t>29th Process Safety International Symposium</a:t>
            </a:r>
            <a:endParaRPr lang="en-US" sz="1000" dirty="0"/>
          </a:p>
        </p:txBody>
      </p:sp>
      <p:sp>
        <p:nvSpPr>
          <p:cNvPr id="17" name="Text 2">
            <a:extLst>
              <a:ext uri="{FF2B5EF4-FFF2-40B4-BE49-F238E27FC236}">
                <a16:creationId xmlns:a16="http://schemas.microsoft.com/office/drawing/2014/main" id="{9B5B4C64-0C63-73EA-F838-7CEFC896CA73}"/>
              </a:ext>
            </a:extLst>
          </p:cNvPr>
          <p:cNvSpPr/>
          <p:nvPr/>
        </p:nvSpPr>
        <p:spPr>
          <a:xfrm>
            <a:off x="502920" y="1202107"/>
            <a:ext cx="11064240" cy="384048"/>
          </a:xfrm>
          <a:prstGeom prst="rect">
            <a:avLst/>
          </a:prstGeom>
          <a:noFill/>
          <a:ln/>
        </p:spPr>
        <p:txBody>
          <a:bodyPr wrap="square" lIns="0" tIns="0" rIns="0" bIns="0" rtlCol="0" anchor="ctr"/>
          <a:lstStyle/>
          <a:p>
            <a:pPr marL="0" indent="0">
              <a:buNone/>
            </a:pPr>
            <a:r>
              <a:rPr lang="en-US" sz="2500" dirty="0">
                <a:solidFill>
                  <a:srgbClr val="6E1F26"/>
                </a:solidFill>
              </a:rPr>
              <a:t>Establishing Minimum Safeguard Requirements</a:t>
            </a:r>
            <a:endParaRPr lang="en-US" sz="2500" dirty="0"/>
          </a:p>
        </p:txBody>
      </p:sp>
      <p:sp>
        <p:nvSpPr>
          <p:cNvPr id="19" name="Text 3">
            <a:extLst>
              <a:ext uri="{FF2B5EF4-FFF2-40B4-BE49-F238E27FC236}">
                <a16:creationId xmlns:a16="http://schemas.microsoft.com/office/drawing/2014/main" id="{75D0B3D0-3327-42EC-5939-2C17F8BA8E27}"/>
              </a:ext>
            </a:extLst>
          </p:cNvPr>
          <p:cNvSpPr/>
          <p:nvPr/>
        </p:nvSpPr>
        <p:spPr>
          <a:xfrm>
            <a:off x="521208" y="1613587"/>
            <a:ext cx="10698480" cy="274320"/>
          </a:xfrm>
          <a:prstGeom prst="rect">
            <a:avLst/>
          </a:prstGeom>
          <a:noFill/>
          <a:ln/>
        </p:spPr>
        <p:txBody>
          <a:bodyPr wrap="square" lIns="0" tIns="0" rIns="0" bIns="0" rtlCol="0" anchor="ctr"/>
          <a:lstStyle/>
          <a:p>
            <a:pPr marL="0" indent="0">
              <a:buNone/>
            </a:pPr>
            <a:r>
              <a:rPr lang="en-US" sz="1350" dirty="0">
                <a:solidFill>
                  <a:srgbClr val="666666"/>
                </a:solidFill>
              </a:rPr>
              <a:t>A generic, risk-informed in-house screening approach for pump/seal applications</a:t>
            </a:r>
            <a:endParaRPr lang="en-US" sz="1350" dirty="0"/>
          </a:p>
        </p:txBody>
      </p:sp>
      <p:sp>
        <p:nvSpPr>
          <p:cNvPr id="21" name="Shape 4">
            <a:extLst>
              <a:ext uri="{FF2B5EF4-FFF2-40B4-BE49-F238E27FC236}">
                <a16:creationId xmlns:a16="http://schemas.microsoft.com/office/drawing/2014/main" id="{C547B6C7-0156-F28D-6B52-8DAD95AE6BE0}"/>
              </a:ext>
            </a:extLst>
          </p:cNvPr>
          <p:cNvSpPr/>
          <p:nvPr/>
        </p:nvSpPr>
        <p:spPr>
          <a:xfrm>
            <a:off x="502920" y="2062371"/>
            <a:ext cx="3154680" cy="2423160"/>
          </a:xfrm>
          <a:prstGeom prst="roundRect">
            <a:avLst/>
          </a:prstGeom>
          <a:solidFill>
            <a:srgbClr val="F5F6F7"/>
          </a:solidFill>
          <a:ln w="19050">
            <a:solidFill>
              <a:srgbClr val="17365D"/>
            </a:solidFill>
            <a:prstDash val="solid"/>
          </a:ln>
        </p:spPr>
        <p:txBody>
          <a:bodyPr/>
          <a:lstStyle/>
          <a:p>
            <a:endParaRPr lang="en-GB"/>
          </a:p>
        </p:txBody>
      </p:sp>
      <p:sp>
        <p:nvSpPr>
          <p:cNvPr id="23" name="Shape 5">
            <a:extLst>
              <a:ext uri="{FF2B5EF4-FFF2-40B4-BE49-F238E27FC236}">
                <a16:creationId xmlns:a16="http://schemas.microsoft.com/office/drawing/2014/main" id="{2630D6C4-6D51-EEAB-B9AA-25D1C99D3430}"/>
              </a:ext>
            </a:extLst>
          </p:cNvPr>
          <p:cNvSpPr/>
          <p:nvPr/>
        </p:nvSpPr>
        <p:spPr>
          <a:xfrm>
            <a:off x="502920" y="2062371"/>
            <a:ext cx="3154680" cy="457200"/>
          </a:xfrm>
          <a:prstGeom prst="rect">
            <a:avLst/>
          </a:prstGeom>
          <a:solidFill>
            <a:srgbClr val="17365D"/>
          </a:solidFill>
          <a:ln w="12700">
            <a:solidFill>
              <a:srgbClr val="17365D"/>
            </a:solidFill>
            <a:prstDash val="solid"/>
          </a:ln>
        </p:spPr>
        <p:txBody>
          <a:bodyPr/>
          <a:lstStyle/>
          <a:p>
            <a:endParaRPr lang="en-GB"/>
          </a:p>
        </p:txBody>
      </p:sp>
      <p:sp>
        <p:nvSpPr>
          <p:cNvPr id="25" name="Text 6">
            <a:extLst>
              <a:ext uri="{FF2B5EF4-FFF2-40B4-BE49-F238E27FC236}">
                <a16:creationId xmlns:a16="http://schemas.microsoft.com/office/drawing/2014/main" id="{BABE7EEC-3EE0-0C94-D538-C7C993F9DF85}"/>
              </a:ext>
            </a:extLst>
          </p:cNvPr>
          <p:cNvSpPr/>
          <p:nvPr/>
        </p:nvSpPr>
        <p:spPr>
          <a:xfrm>
            <a:off x="667512" y="2208675"/>
            <a:ext cx="2816352" cy="146304"/>
          </a:xfrm>
          <a:prstGeom prst="rect">
            <a:avLst/>
          </a:prstGeom>
          <a:noFill/>
          <a:ln/>
        </p:spPr>
        <p:txBody>
          <a:bodyPr wrap="square" lIns="0" tIns="0" rIns="0" bIns="0" rtlCol="0" anchor="ctr"/>
          <a:lstStyle/>
          <a:p>
            <a:pPr marL="0" indent="0" algn="ctr">
              <a:buNone/>
            </a:pPr>
            <a:r>
              <a:rPr lang="en-US" sz="1250" b="1" dirty="0">
                <a:solidFill>
                  <a:srgbClr val="FFFFFF"/>
                </a:solidFill>
              </a:rPr>
              <a:t>1  EQUIPMENT / SERVICE</a:t>
            </a:r>
            <a:endParaRPr lang="en-US" sz="1250" dirty="0"/>
          </a:p>
        </p:txBody>
      </p:sp>
      <p:sp>
        <p:nvSpPr>
          <p:cNvPr id="27" name="Text 7">
            <a:extLst>
              <a:ext uri="{FF2B5EF4-FFF2-40B4-BE49-F238E27FC236}">
                <a16:creationId xmlns:a16="http://schemas.microsoft.com/office/drawing/2014/main" id="{BC12626A-7303-B806-8326-445D5E595AB9}"/>
              </a:ext>
            </a:extLst>
          </p:cNvPr>
          <p:cNvSpPr/>
          <p:nvPr/>
        </p:nvSpPr>
        <p:spPr>
          <a:xfrm>
            <a:off x="758952" y="2748171"/>
            <a:ext cx="2651760" cy="1417320"/>
          </a:xfrm>
          <a:prstGeom prst="rect">
            <a:avLst/>
          </a:prstGeom>
          <a:noFill/>
          <a:ln/>
        </p:spPr>
        <p:txBody>
          <a:bodyPr wrap="square" lIns="381" tIns="381" rIns="381" bIns="381" rtlCol="0" anchor="ctr"/>
          <a:lstStyle/>
          <a:p>
            <a:pPr marL="177800" indent="-177800">
              <a:buSzPct val="100000"/>
              <a:buChar char="•"/>
            </a:pPr>
            <a:r>
              <a:rPr lang="en-US" sz="1550" dirty="0">
                <a:solidFill>
                  <a:srgbClr val="4D4D4D"/>
                </a:solidFill>
              </a:rPr>
              <a:t>Duty / criticality</a:t>
            </a:r>
            <a:endParaRPr lang="en-US" sz="1550" dirty="0"/>
          </a:p>
          <a:p>
            <a:pPr marL="177800" indent="-177800">
              <a:buSzPct val="100000"/>
              <a:buChar char="•"/>
            </a:pPr>
            <a:r>
              <a:rPr lang="en-US" sz="1550" dirty="0">
                <a:solidFill>
                  <a:srgbClr val="4D4D4D"/>
                </a:solidFill>
              </a:rPr>
              <a:t>Pressure &amp; temperature</a:t>
            </a:r>
            <a:endParaRPr lang="en-US" sz="1550" dirty="0"/>
          </a:p>
          <a:p>
            <a:pPr marL="177800" indent="-177800">
              <a:buSzPct val="100000"/>
              <a:buChar char="•"/>
            </a:pPr>
            <a:r>
              <a:rPr lang="en-US" sz="1550" dirty="0">
                <a:solidFill>
                  <a:srgbClr val="4D4D4D"/>
                </a:solidFill>
              </a:rPr>
              <a:t>Operating mode</a:t>
            </a:r>
            <a:endParaRPr lang="en-US" sz="1550" dirty="0"/>
          </a:p>
          <a:p>
            <a:pPr marL="177800" indent="-177800">
              <a:buSzPct val="100000"/>
              <a:buChar char="•"/>
            </a:pPr>
            <a:r>
              <a:rPr lang="en-US" sz="1550" dirty="0">
                <a:solidFill>
                  <a:srgbClr val="4D4D4D"/>
                </a:solidFill>
              </a:rPr>
              <a:t>Service severity</a:t>
            </a:r>
            <a:endParaRPr lang="en-US" sz="1550" dirty="0"/>
          </a:p>
        </p:txBody>
      </p:sp>
      <p:sp>
        <p:nvSpPr>
          <p:cNvPr id="29" name="Shape 8">
            <a:extLst>
              <a:ext uri="{FF2B5EF4-FFF2-40B4-BE49-F238E27FC236}">
                <a16:creationId xmlns:a16="http://schemas.microsoft.com/office/drawing/2014/main" id="{9AC476CA-0C98-A0EB-F2DC-0A9357E2881C}"/>
              </a:ext>
            </a:extLst>
          </p:cNvPr>
          <p:cNvSpPr/>
          <p:nvPr/>
        </p:nvSpPr>
        <p:spPr>
          <a:xfrm>
            <a:off x="4160520" y="2062371"/>
            <a:ext cx="3154680" cy="2423160"/>
          </a:xfrm>
          <a:prstGeom prst="roundRect">
            <a:avLst/>
          </a:prstGeom>
          <a:solidFill>
            <a:srgbClr val="F5F6F7"/>
          </a:solidFill>
          <a:ln w="19050">
            <a:solidFill>
              <a:srgbClr val="1F5A91"/>
            </a:solidFill>
            <a:prstDash val="solid"/>
          </a:ln>
        </p:spPr>
        <p:txBody>
          <a:bodyPr/>
          <a:lstStyle/>
          <a:p>
            <a:endParaRPr lang="en-GB"/>
          </a:p>
        </p:txBody>
      </p:sp>
      <p:sp>
        <p:nvSpPr>
          <p:cNvPr id="31" name="Shape 9">
            <a:extLst>
              <a:ext uri="{FF2B5EF4-FFF2-40B4-BE49-F238E27FC236}">
                <a16:creationId xmlns:a16="http://schemas.microsoft.com/office/drawing/2014/main" id="{88686787-419D-AB26-0F58-F30E961DC62A}"/>
              </a:ext>
            </a:extLst>
          </p:cNvPr>
          <p:cNvSpPr/>
          <p:nvPr/>
        </p:nvSpPr>
        <p:spPr>
          <a:xfrm>
            <a:off x="4160520" y="2062371"/>
            <a:ext cx="3154680" cy="457200"/>
          </a:xfrm>
          <a:prstGeom prst="rect">
            <a:avLst/>
          </a:prstGeom>
          <a:solidFill>
            <a:srgbClr val="1F5A91"/>
          </a:solidFill>
          <a:ln w="12700">
            <a:solidFill>
              <a:srgbClr val="1F5A91"/>
            </a:solidFill>
            <a:prstDash val="solid"/>
          </a:ln>
        </p:spPr>
        <p:txBody>
          <a:bodyPr/>
          <a:lstStyle/>
          <a:p>
            <a:endParaRPr lang="en-GB"/>
          </a:p>
        </p:txBody>
      </p:sp>
      <p:sp>
        <p:nvSpPr>
          <p:cNvPr id="33" name="Text 10">
            <a:extLst>
              <a:ext uri="{FF2B5EF4-FFF2-40B4-BE49-F238E27FC236}">
                <a16:creationId xmlns:a16="http://schemas.microsoft.com/office/drawing/2014/main" id="{82C04CFC-4E37-C288-98FC-743C763B0EEC}"/>
              </a:ext>
            </a:extLst>
          </p:cNvPr>
          <p:cNvSpPr/>
          <p:nvPr/>
        </p:nvSpPr>
        <p:spPr>
          <a:xfrm>
            <a:off x="4325112" y="2208675"/>
            <a:ext cx="2816352" cy="146304"/>
          </a:xfrm>
          <a:prstGeom prst="rect">
            <a:avLst/>
          </a:prstGeom>
          <a:noFill/>
          <a:ln/>
        </p:spPr>
        <p:txBody>
          <a:bodyPr wrap="square" lIns="0" tIns="0" rIns="0" bIns="0" rtlCol="0" anchor="ctr"/>
          <a:lstStyle/>
          <a:p>
            <a:pPr marL="0" indent="0" algn="ctr">
              <a:buNone/>
            </a:pPr>
            <a:r>
              <a:rPr lang="en-US" sz="1250" b="1" dirty="0">
                <a:solidFill>
                  <a:srgbClr val="FFFFFF"/>
                </a:solidFill>
              </a:rPr>
              <a:t>2  PROCESS FLUID HAZARD</a:t>
            </a:r>
            <a:endParaRPr lang="en-US" sz="1250" dirty="0"/>
          </a:p>
        </p:txBody>
      </p:sp>
      <p:sp>
        <p:nvSpPr>
          <p:cNvPr id="35" name="Text 11">
            <a:extLst>
              <a:ext uri="{FF2B5EF4-FFF2-40B4-BE49-F238E27FC236}">
                <a16:creationId xmlns:a16="http://schemas.microsoft.com/office/drawing/2014/main" id="{3AD94065-354A-B41F-E6F6-83F4B6974BD2}"/>
              </a:ext>
            </a:extLst>
          </p:cNvPr>
          <p:cNvSpPr/>
          <p:nvPr/>
        </p:nvSpPr>
        <p:spPr>
          <a:xfrm>
            <a:off x="4416552" y="2748171"/>
            <a:ext cx="2651760" cy="1417320"/>
          </a:xfrm>
          <a:prstGeom prst="rect">
            <a:avLst/>
          </a:prstGeom>
          <a:noFill/>
          <a:ln/>
        </p:spPr>
        <p:txBody>
          <a:bodyPr wrap="square" lIns="381" tIns="381" rIns="381" bIns="381" rtlCol="0" anchor="ctr"/>
          <a:lstStyle/>
          <a:p>
            <a:pPr marL="177800" indent="-177800">
              <a:buSzPct val="100000"/>
              <a:buChar char="•"/>
            </a:pPr>
            <a:r>
              <a:rPr lang="en-US" sz="1550" dirty="0">
                <a:solidFill>
                  <a:srgbClr val="4D4D4D"/>
                </a:solidFill>
              </a:rPr>
              <a:t>Toxicity</a:t>
            </a:r>
            <a:endParaRPr lang="en-US" sz="1550" dirty="0"/>
          </a:p>
          <a:p>
            <a:pPr marL="177800" indent="-177800">
              <a:buSzPct val="100000"/>
              <a:buChar char="•"/>
            </a:pPr>
            <a:r>
              <a:rPr lang="en-US" sz="1550" dirty="0">
                <a:solidFill>
                  <a:srgbClr val="4D4D4D"/>
                </a:solidFill>
              </a:rPr>
              <a:t>Flammability / ignition</a:t>
            </a:r>
            <a:endParaRPr lang="en-US" sz="1550" dirty="0"/>
          </a:p>
          <a:p>
            <a:pPr marL="177800" indent="-177800">
              <a:buSzPct val="100000"/>
              <a:buChar char="•"/>
            </a:pPr>
            <a:r>
              <a:rPr lang="en-US" sz="1550" dirty="0">
                <a:solidFill>
                  <a:srgbClr val="4D4D4D"/>
                </a:solidFill>
              </a:rPr>
              <a:t>Volatility / flashing</a:t>
            </a:r>
            <a:endParaRPr lang="en-US" sz="1550" dirty="0"/>
          </a:p>
          <a:p>
            <a:pPr marL="177800" indent="-177800">
              <a:buSzPct val="100000"/>
              <a:buChar char="•"/>
            </a:pPr>
            <a:r>
              <a:rPr lang="en-US" sz="1550" dirty="0">
                <a:solidFill>
                  <a:srgbClr val="4D4D4D"/>
                </a:solidFill>
              </a:rPr>
              <a:t>Corrosivity / environment</a:t>
            </a:r>
            <a:endParaRPr lang="en-US" sz="1550" dirty="0"/>
          </a:p>
        </p:txBody>
      </p:sp>
      <p:sp>
        <p:nvSpPr>
          <p:cNvPr id="37" name="Shape 12">
            <a:extLst>
              <a:ext uri="{FF2B5EF4-FFF2-40B4-BE49-F238E27FC236}">
                <a16:creationId xmlns:a16="http://schemas.microsoft.com/office/drawing/2014/main" id="{87FC2EE0-DC2F-083F-894B-E3A3A9CF0708}"/>
              </a:ext>
            </a:extLst>
          </p:cNvPr>
          <p:cNvSpPr/>
          <p:nvPr/>
        </p:nvSpPr>
        <p:spPr>
          <a:xfrm>
            <a:off x="7818120" y="2062371"/>
            <a:ext cx="3154680" cy="2423160"/>
          </a:xfrm>
          <a:prstGeom prst="roundRect">
            <a:avLst/>
          </a:prstGeom>
          <a:solidFill>
            <a:srgbClr val="F5F6F7"/>
          </a:solidFill>
          <a:ln w="19050">
            <a:solidFill>
              <a:srgbClr val="2E6B57"/>
            </a:solidFill>
            <a:prstDash val="solid"/>
          </a:ln>
        </p:spPr>
        <p:txBody>
          <a:bodyPr/>
          <a:lstStyle/>
          <a:p>
            <a:endParaRPr lang="en-GB"/>
          </a:p>
        </p:txBody>
      </p:sp>
      <p:sp>
        <p:nvSpPr>
          <p:cNvPr id="39" name="Shape 13">
            <a:extLst>
              <a:ext uri="{FF2B5EF4-FFF2-40B4-BE49-F238E27FC236}">
                <a16:creationId xmlns:a16="http://schemas.microsoft.com/office/drawing/2014/main" id="{33D08841-5F32-47A7-0A12-2BF5B1B2BA4E}"/>
              </a:ext>
            </a:extLst>
          </p:cNvPr>
          <p:cNvSpPr/>
          <p:nvPr/>
        </p:nvSpPr>
        <p:spPr>
          <a:xfrm>
            <a:off x="7818120" y="2062371"/>
            <a:ext cx="3154680" cy="457200"/>
          </a:xfrm>
          <a:prstGeom prst="rect">
            <a:avLst/>
          </a:prstGeom>
          <a:solidFill>
            <a:srgbClr val="2E6B57"/>
          </a:solidFill>
          <a:ln w="12700">
            <a:solidFill>
              <a:srgbClr val="2E6B57"/>
            </a:solidFill>
            <a:prstDash val="solid"/>
          </a:ln>
        </p:spPr>
        <p:txBody>
          <a:bodyPr/>
          <a:lstStyle/>
          <a:p>
            <a:endParaRPr lang="en-GB"/>
          </a:p>
        </p:txBody>
      </p:sp>
      <p:sp>
        <p:nvSpPr>
          <p:cNvPr id="41" name="Text 14">
            <a:extLst>
              <a:ext uri="{FF2B5EF4-FFF2-40B4-BE49-F238E27FC236}">
                <a16:creationId xmlns:a16="http://schemas.microsoft.com/office/drawing/2014/main" id="{7EADD539-0689-AB3B-712A-A9D002A65731}"/>
              </a:ext>
            </a:extLst>
          </p:cNvPr>
          <p:cNvSpPr/>
          <p:nvPr/>
        </p:nvSpPr>
        <p:spPr>
          <a:xfrm>
            <a:off x="7982712" y="2208675"/>
            <a:ext cx="2816352" cy="146304"/>
          </a:xfrm>
          <a:prstGeom prst="rect">
            <a:avLst/>
          </a:prstGeom>
          <a:noFill/>
          <a:ln/>
        </p:spPr>
        <p:txBody>
          <a:bodyPr wrap="square" lIns="0" tIns="0" rIns="0" bIns="0" rtlCol="0" anchor="ctr"/>
          <a:lstStyle/>
          <a:p>
            <a:pPr marL="0" indent="0" algn="ctr">
              <a:buNone/>
            </a:pPr>
            <a:r>
              <a:rPr lang="en-US" sz="1250" b="1" dirty="0">
                <a:solidFill>
                  <a:srgbClr val="FFFFFF"/>
                </a:solidFill>
              </a:rPr>
              <a:t>3  OPERATING CHALLENGES</a:t>
            </a:r>
            <a:endParaRPr lang="en-US" sz="1250" dirty="0"/>
          </a:p>
        </p:txBody>
      </p:sp>
      <p:sp>
        <p:nvSpPr>
          <p:cNvPr id="43" name="Text 15">
            <a:extLst>
              <a:ext uri="{FF2B5EF4-FFF2-40B4-BE49-F238E27FC236}">
                <a16:creationId xmlns:a16="http://schemas.microsoft.com/office/drawing/2014/main" id="{9AE575BD-F3EC-3321-26D3-7FAF07C4C9A7}"/>
              </a:ext>
            </a:extLst>
          </p:cNvPr>
          <p:cNvSpPr/>
          <p:nvPr/>
        </p:nvSpPr>
        <p:spPr>
          <a:xfrm>
            <a:off x="8074152" y="2748171"/>
            <a:ext cx="2651760" cy="1417320"/>
          </a:xfrm>
          <a:prstGeom prst="rect">
            <a:avLst/>
          </a:prstGeom>
          <a:noFill/>
          <a:ln/>
        </p:spPr>
        <p:txBody>
          <a:bodyPr wrap="square" lIns="381" tIns="381" rIns="381" bIns="381" rtlCol="0" anchor="ctr"/>
          <a:lstStyle/>
          <a:p>
            <a:pPr marL="177800" indent="-177800">
              <a:buSzPct val="100000"/>
              <a:buChar char="•"/>
            </a:pPr>
            <a:r>
              <a:rPr lang="en-US" sz="1550" dirty="0">
                <a:solidFill>
                  <a:srgbClr val="4D4D4D"/>
                </a:solidFill>
              </a:rPr>
              <a:t>Deadhead / low flow</a:t>
            </a:r>
            <a:endParaRPr lang="en-US" sz="1550" dirty="0"/>
          </a:p>
          <a:p>
            <a:pPr marL="177800" indent="-177800">
              <a:buSzPct val="100000"/>
              <a:buChar char="•"/>
            </a:pPr>
            <a:r>
              <a:rPr lang="en-US" sz="1550" dirty="0">
                <a:solidFill>
                  <a:srgbClr val="4D4D4D"/>
                </a:solidFill>
              </a:rPr>
              <a:t>Away from BEP</a:t>
            </a:r>
            <a:endParaRPr lang="en-US" sz="1550" dirty="0"/>
          </a:p>
          <a:p>
            <a:pPr marL="177800" indent="-177800">
              <a:buSzPct val="100000"/>
              <a:buChar char="•"/>
            </a:pPr>
            <a:r>
              <a:rPr lang="en-US" sz="1550" dirty="0">
                <a:solidFill>
                  <a:srgbClr val="4D4D4D"/>
                </a:solidFill>
              </a:rPr>
              <a:t>Dry running / loss of suction</a:t>
            </a:r>
            <a:endParaRPr lang="en-US" sz="1550" dirty="0"/>
          </a:p>
          <a:p>
            <a:pPr marL="177800" indent="-177800">
              <a:buSzPct val="100000"/>
              <a:buChar char="•"/>
            </a:pPr>
            <a:r>
              <a:rPr lang="en-US" sz="1550" dirty="0">
                <a:solidFill>
                  <a:srgbClr val="4D4D4D"/>
                </a:solidFill>
              </a:rPr>
              <a:t>Cavitation / contamination</a:t>
            </a:r>
            <a:endParaRPr lang="en-US" sz="1550" dirty="0"/>
          </a:p>
        </p:txBody>
      </p:sp>
      <p:sp>
        <p:nvSpPr>
          <p:cNvPr id="45" name="Text 16">
            <a:extLst>
              <a:ext uri="{FF2B5EF4-FFF2-40B4-BE49-F238E27FC236}">
                <a16:creationId xmlns:a16="http://schemas.microsoft.com/office/drawing/2014/main" id="{D2D0C61C-16DC-E8C9-E300-6C7852B6892F}"/>
              </a:ext>
            </a:extLst>
          </p:cNvPr>
          <p:cNvSpPr/>
          <p:nvPr/>
        </p:nvSpPr>
        <p:spPr>
          <a:xfrm>
            <a:off x="3730752" y="2949339"/>
            <a:ext cx="256032" cy="320040"/>
          </a:xfrm>
          <a:prstGeom prst="rect">
            <a:avLst/>
          </a:prstGeom>
          <a:noFill/>
          <a:ln/>
        </p:spPr>
        <p:txBody>
          <a:bodyPr wrap="square" lIns="0" tIns="0" rIns="0" bIns="0" rtlCol="0" anchor="ctr"/>
          <a:lstStyle/>
          <a:p>
            <a:pPr marL="0" indent="0" algn="ctr">
              <a:buNone/>
            </a:pPr>
            <a:r>
              <a:rPr lang="en-US" sz="2700" b="1" dirty="0">
                <a:solidFill>
                  <a:srgbClr val="888888"/>
                </a:solidFill>
              </a:rPr>
              <a:t>+</a:t>
            </a:r>
            <a:endParaRPr lang="en-US" sz="2700" dirty="0"/>
          </a:p>
        </p:txBody>
      </p:sp>
      <p:sp>
        <p:nvSpPr>
          <p:cNvPr id="47" name="Text 17">
            <a:extLst>
              <a:ext uri="{FF2B5EF4-FFF2-40B4-BE49-F238E27FC236}">
                <a16:creationId xmlns:a16="http://schemas.microsoft.com/office/drawing/2014/main" id="{8A78D684-A7E3-FD4F-A835-F55FB859BCE3}"/>
              </a:ext>
            </a:extLst>
          </p:cNvPr>
          <p:cNvSpPr/>
          <p:nvPr/>
        </p:nvSpPr>
        <p:spPr>
          <a:xfrm>
            <a:off x="7388352" y="2949339"/>
            <a:ext cx="256032" cy="320040"/>
          </a:xfrm>
          <a:prstGeom prst="rect">
            <a:avLst/>
          </a:prstGeom>
          <a:noFill/>
          <a:ln/>
        </p:spPr>
        <p:txBody>
          <a:bodyPr wrap="square" lIns="0" tIns="0" rIns="0" bIns="0" rtlCol="0" anchor="ctr"/>
          <a:lstStyle/>
          <a:p>
            <a:pPr marL="0" indent="0" algn="ctr">
              <a:buNone/>
            </a:pPr>
            <a:r>
              <a:rPr lang="en-US" sz="2700" b="1" dirty="0">
                <a:solidFill>
                  <a:srgbClr val="888888"/>
                </a:solidFill>
              </a:rPr>
              <a:t>+</a:t>
            </a:r>
            <a:endParaRPr lang="en-US" sz="2700" dirty="0"/>
          </a:p>
        </p:txBody>
      </p:sp>
      <p:sp>
        <p:nvSpPr>
          <p:cNvPr id="49" name="Text 18">
            <a:extLst>
              <a:ext uri="{FF2B5EF4-FFF2-40B4-BE49-F238E27FC236}">
                <a16:creationId xmlns:a16="http://schemas.microsoft.com/office/drawing/2014/main" id="{89D57C80-C9F2-271F-7734-A678FA344D59}"/>
              </a:ext>
            </a:extLst>
          </p:cNvPr>
          <p:cNvSpPr/>
          <p:nvPr/>
        </p:nvSpPr>
        <p:spPr>
          <a:xfrm>
            <a:off x="1801639" y="4689614"/>
            <a:ext cx="8066637" cy="408565"/>
          </a:xfrm>
          <a:prstGeom prst="rect">
            <a:avLst/>
          </a:prstGeom>
          <a:noFill/>
          <a:ln/>
        </p:spPr>
        <p:txBody>
          <a:bodyPr wrap="square" lIns="0" tIns="0" rIns="0" bIns="0" rtlCol="0" anchor="ctr"/>
          <a:lstStyle/>
          <a:p>
            <a:pPr algn="ctr"/>
            <a:endParaRPr lang="en-US" sz="1600" b="1" dirty="0">
              <a:solidFill>
                <a:srgbClr val="17365D"/>
              </a:solidFill>
            </a:endParaRPr>
          </a:p>
          <a:p>
            <a:pPr algn="ctr"/>
            <a:r>
              <a:rPr lang="en-US" sz="1600" b="1" dirty="0">
                <a:solidFill>
                  <a:srgbClr val="17365D"/>
                </a:solidFill>
              </a:rPr>
              <a:t>Then we can classify pumps to- </a:t>
            </a:r>
            <a:r>
              <a:rPr lang="en-US" dirty="0"/>
              <a:t>higher risk = more safeguards</a:t>
            </a:r>
          </a:p>
          <a:p>
            <a:pPr marL="0" indent="0" algn="ctr">
              <a:buNone/>
            </a:pPr>
            <a:r>
              <a:rPr lang="en-US" sz="1600" b="1" dirty="0">
                <a:solidFill>
                  <a:srgbClr val="17365D"/>
                </a:solidFill>
              </a:rPr>
              <a:t>:</a:t>
            </a:r>
            <a:endParaRPr lang="en-US" sz="1600" dirty="0"/>
          </a:p>
        </p:txBody>
      </p:sp>
      <p:sp>
        <p:nvSpPr>
          <p:cNvPr id="51" name="Text 19">
            <a:extLst>
              <a:ext uri="{FF2B5EF4-FFF2-40B4-BE49-F238E27FC236}">
                <a16:creationId xmlns:a16="http://schemas.microsoft.com/office/drawing/2014/main" id="{261515F4-1EE3-4DE4-5281-8A99F3B44613}"/>
              </a:ext>
            </a:extLst>
          </p:cNvPr>
          <p:cNvSpPr/>
          <p:nvPr/>
        </p:nvSpPr>
        <p:spPr>
          <a:xfrm>
            <a:off x="3913632" y="5153043"/>
            <a:ext cx="4343400" cy="274320"/>
          </a:xfrm>
          <a:prstGeom prst="rect">
            <a:avLst/>
          </a:prstGeom>
          <a:noFill/>
          <a:ln/>
        </p:spPr>
        <p:txBody>
          <a:bodyPr wrap="square" lIns="0" tIns="0" rIns="0" bIns="0" rtlCol="0" anchor="ctr"/>
          <a:lstStyle/>
          <a:p>
            <a:pPr marL="0" indent="0" algn="ctr">
              <a:buNone/>
            </a:pPr>
            <a:r>
              <a:rPr lang="en-US" sz="1700" b="1" dirty="0">
                <a:solidFill>
                  <a:srgbClr val="6E1F26"/>
                </a:solidFill>
              </a:rPr>
              <a:t>Lower,  Medium,  Higher or Categories 1, 2,3</a:t>
            </a:r>
            <a:endParaRPr lang="en-US" sz="1700" dirty="0"/>
          </a:p>
        </p:txBody>
      </p:sp>
      <p:sp>
        <p:nvSpPr>
          <p:cNvPr id="55" name="Shape 21">
            <a:extLst>
              <a:ext uri="{FF2B5EF4-FFF2-40B4-BE49-F238E27FC236}">
                <a16:creationId xmlns:a16="http://schemas.microsoft.com/office/drawing/2014/main" id="{855666CC-B536-9DA2-DB36-AE5A04385A10}"/>
              </a:ext>
            </a:extLst>
          </p:cNvPr>
          <p:cNvSpPr/>
          <p:nvPr/>
        </p:nvSpPr>
        <p:spPr>
          <a:xfrm>
            <a:off x="1097280" y="5504688"/>
            <a:ext cx="9985248" cy="566928"/>
          </a:xfrm>
          <a:prstGeom prst="roundRect">
            <a:avLst/>
          </a:prstGeom>
          <a:solidFill>
            <a:srgbClr val="EAF2F8"/>
          </a:solidFill>
          <a:ln w="16510">
            <a:solidFill>
              <a:srgbClr val="1F5A91"/>
            </a:solidFill>
            <a:prstDash val="solid"/>
          </a:ln>
        </p:spPr>
        <p:txBody>
          <a:bodyPr/>
          <a:lstStyle/>
          <a:p>
            <a:endParaRPr lang="en-GB"/>
          </a:p>
        </p:txBody>
      </p:sp>
      <p:sp>
        <p:nvSpPr>
          <p:cNvPr id="57" name="Text 22">
            <a:extLst>
              <a:ext uri="{FF2B5EF4-FFF2-40B4-BE49-F238E27FC236}">
                <a16:creationId xmlns:a16="http://schemas.microsoft.com/office/drawing/2014/main" id="{5F1B3816-A253-B25C-42F2-F65E9B27D030}"/>
              </a:ext>
            </a:extLst>
          </p:cNvPr>
          <p:cNvSpPr/>
          <p:nvPr/>
        </p:nvSpPr>
        <p:spPr>
          <a:xfrm>
            <a:off x="1325880" y="5605272"/>
            <a:ext cx="2743200" cy="201168"/>
          </a:xfrm>
          <a:prstGeom prst="rect">
            <a:avLst/>
          </a:prstGeom>
          <a:noFill/>
          <a:ln/>
        </p:spPr>
        <p:txBody>
          <a:bodyPr wrap="square" lIns="0" tIns="0" rIns="0" bIns="0" rtlCol="0" anchor="ctr"/>
          <a:lstStyle/>
          <a:p>
            <a:pPr marL="0" indent="0">
              <a:buNone/>
            </a:pPr>
            <a:r>
              <a:rPr lang="en-US" sz="1400" b="1" dirty="0">
                <a:solidFill>
                  <a:srgbClr val="17365D"/>
                </a:solidFill>
              </a:rPr>
              <a:t>MINIMUM SAFEGUARD BASELINE</a:t>
            </a:r>
            <a:endParaRPr lang="en-US" sz="1400" dirty="0"/>
          </a:p>
        </p:txBody>
      </p:sp>
      <p:sp>
        <p:nvSpPr>
          <p:cNvPr id="59" name="Text 23">
            <a:extLst>
              <a:ext uri="{FF2B5EF4-FFF2-40B4-BE49-F238E27FC236}">
                <a16:creationId xmlns:a16="http://schemas.microsoft.com/office/drawing/2014/main" id="{FC331C5B-833A-BC66-AE49-FCE4521F7EF6}"/>
              </a:ext>
            </a:extLst>
          </p:cNvPr>
          <p:cNvSpPr/>
          <p:nvPr/>
        </p:nvSpPr>
        <p:spPr>
          <a:xfrm>
            <a:off x="3977640" y="5605272"/>
            <a:ext cx="6812280" cy="210312"/>
          </a:xfrm>
          <a:prstGeom prst="rect">
            <a:avLst/>
          </a:prstGeom>
          <a:noFill/>
          <a:ln/>
        </p:spPr>
        <p:txBody>
          <a:bodyPr wrap="square" lIns="0" tIns="0" rIns="0" bIns="0" rtlCol="0" anchor="ctr"/>
          <a:lstStyle/>
          <a:p>
            <a:pPr marL="0" indent="0" algn="ctr">
              <a:buNone/>
            </a:pPr>
            <a:r>
              <a:rPr lang="en-US" sz="1250" dirty="0">
                <a:solidFill>
                  <a:srgbClr val="4D4D4D"/>
                </a:solidFill>
              </a:rPr>
              <a:t>Seal arrangement  •  Support system  •  Monitoring  •  Alarms / trips  •  Containment  •  Operating restrictions</a:t>
            </a:r>
            <a:endParaRPr lang="en-US" sz="1250" dirty="0"/>
          </a:p>
        </p:txBody>
      </p:sp>
      <p:sp>
        <p:nvSpPr>
          <p:cNvPr id="61" name="Text 24">
            <a:extLst>
              <a:ext uri="{FF2B5EF4-FFF2-40B4-BE49-F238E27FC236}">
                <a16:creationId xmlns:a16="http://schemas.microsoft.com/office/drawing/2014/main" id="{18D449A5-31F9-A923-0F77-489FB20F6D4E}"/>
              </a:ext>
            </a:extLst>
          </p:cNvPr>
          <p:cNvSpPr/>
          <p:nvPr/>
        </p:nvSpPr>
        <p:spPr>
          <a:xfrm>
            <a:off x="960120" y="6144768"/>
            <a:ext cx="10241280" cy="228600"/>
          </a:xfrm>
          <a:prstGeom prst="rect">
            <a:avLst/>
          </a:prstGeom>
          <a:noFill/>
          <a:ln/>
        </p:spPr>
        <p:txBody>
          <a:bodyPr wrap="square" lIns="0" tIns="0" rIns="0" bIns="0" rtlCol="0" anchor="ctr"/>
          <a:lstStyle/>
          <a:p>
            <a:pPr marL="0" indent="0" algn="ctr">
              <a:buNone/>
            </a:pPr>
            <a:r>
              <a:rPr lang="en-US" sz="1250" b="1" dirty="0">
                <a:solidFill>
                  <a:srgbClr val="2E6B57"/>
                </a:solidFill>
              </a:rPr>
              <a:t>Baseline first; HAZOP / LOPA then evaluates the specific hazardous scenario and need for additional risk reduction.</a:t>
            </a:r>
            <a:endParaRPr lang="en-US" sz="1250" dirty="0"/>
          </a:p>
        </p:txBody>
      </p:sp>
      <p:sp>
        <p:nvSpPr>
          <p:cNvPr id="63" name="Shape 25">
            <a:extLst>
              <a:ext uri="{FF2B5EF4-FFF2-40B4-BE49-F238E27FC236}">
                <a16:creationId xmlns:a16="http://schemas.microsoft.com/office/drawing/2014/main" id="{0DE96A26-E8D7-CD32-1235-F4F4A4418DBB}"/>
              </a:ext>
            </a:extLst>
          </p:cNvPr>
          <p:cNvSpPr/>
          <p:nvPr/>
        </p:nvSpPr>
        <p:spPr>
          <a:xfrm>
            <a:off x="502920" y="6473952"/>
            <a:ext cx="11155680" cy="1"/>
          </a:xfrm>
          <a:prstGeom prst="line">
            <a:avLst/>
          </a:prstGeom>
          <a:noFill/>
          <a:ln w="16510">
            <a:solidFill>
              <a:srgbClr val="6E1F26"/>
            </a:solidFill>
            <a:prstDash val="solid"/>
          </a:ln>
        </p:spPr>
        <p:txBody>
          <a:bodyPr/>
          <a:lstStyle/>
          <a:p>
            <a:endParaRPr lang="en-GB"/>
          </a:p>
        </p:txBody>
      </p:sp>
      <p:sp>
        <p:nvSpPr>
          <p:cNvPr id="65" name="Text 26">
            <a:extLst>
              <a:ext uri="{FF2B5EF4-FFF2-40B4-BE49-F238E27FC236}">
                <a16:creationId xmlns:a16="http://schemas.microsoft.com/office/drawing/2014/main" id="{15843F79-B263-A821-C3AC-8AB5F27E6FFB}"/>
              </a:ext>
            </a:extLst>
          </p:cNvPr>
          <p:cNvSpPr/>
          <p:nvPr/>
        </p:nvSpPr>
        <p:spPr>
          <a:xfrm>
            <a:off x="530352" y="6528816"/>
            <a:ext cx="2926080" cy="137160"/>
          </a:xfrm>
          <a:prstGeom prst="rect">
            <a:avLst/>
          </a:prstGeom>
          <a:noFill/>
          <a:ln/>
        </p:spPr>
        <p:txBody>
          <a:bodyPr wrap="square" lIns="0" tIns="0" rIns="0" bIns="0" rtlCol="0" anchor="ctr"/>
          <a:lstStyle/>
          <a:p>
            <a:pPr marL="0" indent="0">
              <a:buNone/>
            </a:pPr>
            <a:r>
              <a:rPr lang="en-US" sz="750" dirty="0">
                <a:solidFill>
                  <a:srgbClr val="777777"/>
                </a:solidFill>
              </a:rPr>
              <a:t>Supporting slide – Minimum Safeguards</a:t>
            </a:r>
            <a:endParaRPr lang="en-US" sz="750" dirty="0"/>
          </a:p>
        </p:txBody>
      </p:sp>
    </p:spTree>
    <p:extLst>
      <p:ext uri="{BB962C8B-B14F-4D97-AF65-F5344CB8AC3E}">
        <p14:creationId xmlns:p14="http://schemas.microsoft.com/office/powerpoint/2010/main" val="1330800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CB990-0676-6A68-59A1-D38F317C0A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AB46648-A238-F402-02BB-2A0326309007}"/>
              </a:ext>
            </a:extLst>
          </p:cNvPr>
          <p:cNvSpPr/>
          <p:nvPr/>
        </p:nvSpPr>
        <p:spPr>
          <a:xfrm>
            <a:off x="196670" y="1104400"/>
            <a:ext cx="11155680" cy="457200"/>
          </a:xfrm>
          <a:prstGeom prst="rect">
            <a:avLst/>
          </a:prstGeom>
          <a:noFill/>
          <a:ln/>
        </p:spPr>
        <p:txBody>
          <a:bodyPr wrap="square" rtlCol="0" anchor="ctr"/>
          <a:lstStyle/>
          <a:p>
            <a:pPr marL="0" indent="0">
              <a:buNone/>
            </a:pPr>
            <a:r>
              <a:rPr lang="en-US" sz="2400" b="1" dirty="0">
                <a:solidFill>
                  <a:srgbClr val="003366"/>
                </a:solidFill>
              </a:rPr>
              <a:t>Plan 52 Mechanical Seal System: Risk Assessment Challenge</a:t>
            </a:r>
            <a:endParaRPr lang="en-US" sz="2400" dirty="0"/>
          </a:p>
        </p:txBody>
      </p:sp>
      <p:sp>
        <p:nvSpPr>
          <p:cNvPr id="13" name="Text 11">
            <a:extLst>
              <a:ext uri="{FF2B5EF4-FFF2-40B4-BE49-F238E27FC236}">
                <a16:creationId xmlns:a16="http://schemas.microsoft.com/office/drawing/2014/main" id="{8B331207-BF40-9CD9-D010-357619EFE563}"/>
              </a:ext>
            </a:extLst>
          </p:cNvPr>
          <p:cNvSpPr/>
          <p:nvPr/>
        </p:nvSpPr>
        <p:spPr>
          <a:xfrm>
            <a:off x="5382883" y="1609597"/>
            <a:ext cx="6400800" cy="457200"/>
          </a:xfrm>
          <a:prstGeom prst="rect">
            <a:avLst/>
          </a:prstGeom>
          <a:noFill/>
          <a:ln/>
        </p:spPr>
        <p:txBody>
          <a:bodyPr wrap="square" rtlCol="0" anchor="ctr"/>
          <a:lstStyle/>
          <a:p>
            <a:pPr marL="0" indent="0">
              <a:buNone/>
            </a:pPr>
            <a:r>
              <a:rPr lang="en-US" sz="1800" b="1" dirty="0">
                <a:solidFill>
                  <a:srgbClr val="9C0006"/>
                </a:solidFill>
              </a:rPr>
              <a:t>Can Plan 52 safeguards be credited as independent IPLs?</a:t>
            </a:r>
            <a:endParaRPr lang="en-US" sz="1800" dirty="0"/>
          </a:p>
        </p:txBody>
      </p:sp>
      <p:sp>
        <p:nvSpPr>
          <p:cNvPr id="14" name="Text 12">
            <a:extLst>
              <a:ext uri="{FF2B5EF4-FFF2-40B4-BE49-F238E27FC236}">
                <a16:creationId xmlns:a16="http://schemas.microsoft.com/office/drawing/2014/main" id="{AE77400E-B4C4-22FD-B3AF-1EB40211CC6B}"/>
              </a:ext>
            </a:extLst>
          </p:cNvPr>
          <p:cNvSpPr/>
          <p:nvPr/>
        </p:nvSpPr>
        <p:spPr>
          <a:xfrm>
            <a:off x="5382883" y="2565456"/>
            <a:ext cx="5336300" cy="2317055"/>
          </a:xfrm>
          <a:prstGeom prst="rect">
            <a:avLst/>
          </a:prstGeom>
          <a:noFill/>
          <a:ln/>
        </p:spPr>
        <p:txBody>
          <a:bodyPr wrap="square" rtlCol="0" anchor="ctr"/>
          <a:lstStyle/>
          <a:p>
            <a:pPr marL="0" indent="0">
              <a:buNone/>
            </a:pPr>
            <a:r>
              <a:rPr lang="en-US" sz="1500" dirty="0">
                <a:solidFill>
                  <a:srgbClr val="000000"/>
                </a:solidFill>
              </a:rPr>
              <a:t>Following primary seal failure:</a:t>
            </a:r>
            <a:endParaRPr lang="en-US" sz="1500" dirty="0"/>
          </a:p>
          <a:p>
            <a:pPr marL="342900" lvl="0" indent="-342900" fontAlgn="t">
              <a:lnSpc>
                <a:spcPct val="100000"/>
              </a:lnSpc>
              <a:buFont typeface="Arial" panose="020B0604020202020204" pitchFamily="34" charset="0"/>
              <a:buChar char="•"/>
            </a:pPr>
            <a:r>
              <a:rPr lang="en-US" dirty="0"/>
              <a:t>🔔 Low level alarm</a:t>
            </a:r>
          </a:p>
          <a:p>
            <a:pPr marL="342900" lvl="0" indent="-342900" fontAlgn="t">
              <a:lnSpc>
                <a:spcPct val="100000"/>
              </a:lnSpc>
              <a:buFont typeface="Arial" panose="020B0604020202020204" pitchFamily="34" charset="0"/>
              <a:buChar char="•"/>
            </a:pPr>
            <a:r>
              <a:rPr lang="en-US" dirty="0"/>
              <a:t>⛔ High pressure trip</a:t>
            </a:r>
          </a:p>
          <a:p>
            <a:pPr marL="342900" lvl="0" indent="-342900" fontAlgn="t">
              <a:lnSpc>
                <a:spcPct val="100000"/>
              </a:lnSpc>
              <a:buFont typeface="Arial" panose="020B0604020202020204" pitchFamily="34" charset="0"/>
              <a:buChar char="•"/>
            </a:pPr>
            <a:r>
              <a:rPr lang="en-US" dirty="0"/>
              <a:t>👷 Operator response</a:t>
            </a:r>
          </a:p>
          <a:p>
            <a:pPr marL="342900" lvl="0" indent="-342900" fontAlgn="t">
              <a:lnSpc>
                <a:spcPct val="100000"/>
              </a:lnSpc>
              <a:buFont typeface="Arial" panose="020B0604020202020204" pitchFamily="34" charset="0"/>
              <a:buChar char="•"/>
            </a:pPr>
            <a:r>
              <a:rPr lang="en-US" dirty="0"/>
              <a:t>🛠 Maintenance program</a:t>
            </a:r>
          </a:p>
          <a:p>
            <a:pPr marL="0" indent="0">
              <a:buNone/>
            </a:pPr>
            <a:endParaRPr lang="en-US" sz="1500" dirty="0"/>
          </a:p>
          <a:p>
            <a:pPr marL="0" indent="0">
              <a:buNone/>
            </a:pPr>
            <a:endParaRPr lang="en-US" dirty="0"/>
          </a:p>
        </p:txBody>
      </p:sp>
      <p:sp>
        <p:nvSpPr>
          <p:cNvPr id="16" name="Shape 14">
            <a:extLst>
              <a:ext uri="{FF2B5EF4-FFF2-40B4-BE49-F238E27FC236}">
                <a16:creationId xmlns:a16="http://schemas.microsoft.com/office/drawing/2014/main" id="{D5331801-9CC4-25D5-1EFE-D04511CFBC72}"/>
              </a:ext>
            </a:extLst>
          </p:cNvPr>
          <p:cNvSpPr/>
          <p:nvPr/>
        </p:nvSpPr>
        <p:spPr>
          <a:xfrm>
            <a:off x="5303520" y="5253751"/>
            <a:ext cx="6126480" cy="914400"/>
          </a:xfrm>
          <a:prstGeom prst="roundRect">
            <a:avLst/>
          </a:prstGeom>
          <a:solidFill>
            <a:srgbClr val="DDEBF7"/>
          </a:solidFill>
          <a:ln w="12700">
            <a:solidFill>
              <a:srgbClr val="5B9BD5"/>
            </a:solidFill>
            <a:prstDash val="solid"/>
          </a:ln>
        </p:spPr>
        <p:txBody>
          <a:bodyPr/>
          <a:lstStyle/>
          <a:p>
            <a:endParaRPr lang="en-GB"/>
          </a:p>
        </p:txBody>
      </p:sp>
      <p:sp>
        <p:nvSpPr>
          <p:cNvPr id="17" name="Text 15">
            <a:extLst>
              <a:ext uri="{FF2B5EF4-FFF2-40B4-BE49-F238E27FC236}">
                <a16:creationId xmlns:a16="http://schemas.microsoft.com/office/drawing/2014/main" id="{B90885E4-26EC-D526-2258-DC0306FE4C19}"/>
              </a:ext>
            </a:extLst>
          </p:cNvPr>
          <p:cNvSpPr/>
          <p:nvPr/>
        </p:nvSpPr>
        <p:spPr>
          <a:xfrm>
            <a:off x="5486400" y="5434389"/>
            <a:ext cx="5760720" cy="457200"/>
          </a:xfrm>
          <a:prstGeom prst="rect">
            <a:avLst/>
          </a:prstGeom>
          <a:noFill/>
          <a:ln/>
        </p:spPr>
        <p:txBody>
          <a:bodyPr wrap="square" rtlCol="0" anchor="ctr"/>
          <a:lstStyle/>
          <a:p>
            <a:r>
              <a:rPr lang="en-US" sz="1600" dirty="0"/>
              <a:t>HAZOP / LOPA Challenge</a:t>
            </a:r>
          </a:p>
          <a:p>
            <a:r>
              <a:rPr lang="en-US" sz="1600" dirty="0"/>
              <a:t>Applying SIDA Principles (Specify, Independence, Dependability, Auditability)</a:t>
            </a:r>
          </a:p>
        </p:txBody>
      </p:sp>
      <p:pic>
        <p:nvPicPr>
          <p:cNvPr id="19" name="Picture 18">
            <a:extLst>
              <a:ext uri="{FF2B5EF4-FFF2-40B4-BE49-F238E27FC236}">
                <a16:creationId xmlns:a16="http://schemas.microsoft.com/office/drawing/2014/main" id="{BC83488B-1B2E-805A-7A2A-F71DE045146C}"/>
              </a:ext>
            </a:extLst>
          </p:cNvPr>
          <p:cNvPicPr>
            <a:picLocks noChangeAspect="1"/>
          </p:cNvPicPr>
          <p:nvPr/>
        </p:nvPicPr>
        <p:blipFill>
          <a:blip r:embed="rId3"/>
          <a:stretch>
            <a:fillRect/>
          </a:stretch>
        </p:blipFill>
        <p:spPr>
          <a:xfrm>
            <a:off x="196670" y="1732354"/>
            <a:ext cx="4923970" cy="3794760"/>
          </a:xfrm>
          <a:prstGeom prst="rect">
            <a:avLst/>
          </a:prstGeom>
        </p:spPr>
      </p:pic>
      <p:sp>
        <p:nvSpPr>
          <p:cNvPr id="21" name="TextBox 20">
            <a:extLst>
              <a:ext uri="{FF2B5EF4-FFF2-40B4-BE49-F238E27FC236}">
                <a16:creationId xmlns:a16="http://schemas.microsoft.com/office/drawing/2014/main" id="{AE41E96D-7218-0F0B-DD09-491F7966643D}"/>
              </a:ext>
            </a:extLst>
          </p:cNvPr>
          <p:cNvSpPr txBox="1"/>
          <p:nvPr/>
        </p:nvSpPr>
        <p:spPr>
          <a:xfrm>
            <a:off x="276045" y="5664274"/>
            <a:ext cx="5106838" cy="276999"/>
          </a:xfrm>
          <a:prstGeom prst="rect">
            <a:avLst/>
          </a:prstGeom>
          <a:noFill/>
        </p:spPr>
        <p:txBody>
          <a:bodyPr wrap="square">
            <a:spAutoFit/>
          </a:bodyPr>
          <a:lstStyle/>
          <a:p>
            <a:r>
              <a:rPr lang="en-US" sz="1200" dirty="0">
                <a:hlinkClick r:id="rId4"/>
              </a:rPr>
              <a:t>API Plan 52 | </a:t>
            </a:r>
            <a:r>
              <a:rPr lang="en-US" sz="1200" dirty="0" err="1">
                <a:hlinkClick r:id="rId4"/>
              </a:rPr>
              <a:t>Flexaseal</a:t>
            </a:r>
            <a:r>
              <a:rPr lang="en-US" sz="1200" dirty="0">
                <a:hlinkClick r:id="rId4"/>
              </a:rPr>
              <a:t> Engineered Seals and Systems</a:t>
            </a:r>
            <a:endParaRPr lang="en-GB" sz="1200" dirty="0"/>
          </a:p>
        </p:txBody>
      </p:sp>
    </p:spTree>
    <p:extLst>
      <p:ext uri="{BB962C8B-B14F-4D97-AF65-F5344CB8AC3E}">
        <p14:creationId xmlns:p14="http://schemas.microsoft.com/office/powerpoint/2010/main" val="3303165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BB01C5B-0984-7A01-C445-BF0EA572CF5C}"/>
              </a:ext>
            </a:extLst>
          </p:cNvPr>
          <p:cNvSpPr>
            <a:spLocks noGrp="1"/>
          </p:cNvSpPr>
          <p:nvPr>
            <p:ph type="sldNum" sz="quarter" idx="12"/>
          </p:nvPr>
        </p:nvSpPr>
        <p:spPr/>
        <p:txBody>
          <a:bodyPr/>
          <a:lstStyle/>
          <a:p>
            <a:fld id="{69BB85B2-C2D1-4B8E-8603-12AB3273B405}" type="slidenum">
              <a:rPr lang="en-US" smtClean="0"/>
              <a:t>12</a:t>
            </a:fld>
            <a:endParaRPr lang="en-US"/>
          </a:p>
        </p:txBody>
      </p:sp>
      <p:graphicFrame>
        <p:nvGraphicFramePr>
          <p:cNvPr id="16" name="Table 15">
            <a:extLst>
              <a:ext uri="{FF2B5EF4-FFF2-40B4-BE49-F238E27FC236}">
                <a16:creationId xmlns:a16="http://schemas.microsoft.com/office/drawing/2014/main" id="{08A845C1-BB7F-BE83-A10A-ECEF8DC4D34E}"/>
              </a:ext>
            </a:extLst>
          </p:cNvPr>
          <p:cNvGraphicFramePr>
            <a:graphicFrameLocks noGrp="1"/>
          </p:cNvGraphicFramePr>
          <p:nvPr>
            <p:extLst>
              <p:ext uri="{D42A27DB-BD31-4B8C-83A1-F6EECF244321}">
                <p14:modId xmlns:p14="http://schemas.microsoft.com/office/powerpoint/2010/main" val="3521420436"/>
              </p:ext>
            </p:extLst>
          </p:nvPr>
        </p:nvGraphicFramePr>
        <p:xfrm>
          <a:off x="114834" y="1772089"/>
          <a:ext cx="11565332" cy="2486244"/>
        </p:xfrm>
        <a:graphic>
          <a:graphicData uri="http://schemas.openxmlformats.org/drawingml/2006/table">
            <a:tbl>
              <a:tblPr firstRow="1" bandRow="1">
                <a:tableStyleId>{5C22544A-7EE6-4342-B048-85BDC9FD1C3A}</a:tableStyleId>
              </a:tblPr>
              <a:tblGrid>
                <a:gridCol w="3232215">
                  <a:extLst>
                    <a:ext uri="{9D8B030D-6E8A-4147-A177-3AD203B41FA5}">
                      <a16:colId xmlns:a16="http://schemas.microsoft.com/office/drawing/2014/main" val="1229553448"/>
                    </a:ext>
                  </a:extLst>
                </a:gridCol>
                <a:gridCol w="8333117">
                  <a:extLst>
                    <a:ext uri="{9D8B030D-6E8A-4147-A177-3AD203B41FA5}">
                      <a16:colId xmlns:a16="http://schemas.microsoft.com/office/drawing/2014/main" val="4019674156"/>
                    </a:ext>
                  </a:extLst>
                </a:gridCol>
              </a:tblGrid>
              <a:tr h="1114644">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 S – Specificity </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b="0" kern="1200" dirty="0">
                          <a:solidFill>
                            <a:schemeClr val="tx1">
                              <a:lumMod val="75000"/>
                              <a:lumOff val="25000"/>
                            </a:schemeClr>
                          </a:solidFill>
                          <a:latin typeface="Arial" panose="020B0604020202020204" pitchFamily="34" charset="0"/>
                          <a:ea typeface="+mn-ea"/>
                          <a:cs typeface="Arial" panose="020B0604020202020204" pitchFamily="34" charset="0"/>
                        </a:rPr>
                        <a:t>Does specifically detect loss of buffer fluid and early seal degradation?</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9289136"/>
                  </a:ext>
                </a:extLst>
              </a:tr>
              <a:tr h="347731">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 I – Independence </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Is the safeguard independent of the initiating cause?</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198819"/>
                  </a:ext>
                </a:extLst>
              </a:tr>
              <a:tr h="347731">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 D – Dependability </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Will the safeguard perform when demanded?</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6888301"/>
                  </a:ext>
                </a:extLst>
              </a:tr>
              <a:tr h="347731">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 A – Auditability </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kern="1200" dirty="0">
                          <a:solidFill>
                            <a:schemeClr val="tx1">
                              <a:lumMod val="75000"/>
                              <a:lumOff val="25000"/>
                            </a:schemeClr>
                          </a:solidFill>
                          <a:latin typeface="Arial" panose="020B0604020202020204" pitchFamily="34" charset="0"/>
                          <a:ea typeface="+mn-ea"/>
                          <a:cs typeface="Arial" panose="020B0604020202020204" pitchFamily="34" charset="0"/>
                        </a:rPr>
                        <a:t>Can performance be verified and documented?</a:t>
                      </a:r>
                      <a:endParaRPr lang="en-GB" sz="2400" kern="1200" dirty="0">
                        <a:solidFill>
                          <a:schemeClr val="tx1">
                            <a:lumMod val="75000"/>
                            <a:lumOff val="25000"/>
                          </a:schemeClr>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4351318"/>
                  </a:ext>
                </a:extLst>
              </a:tr>
            </a:tbl>
          </a:graphicData>
        </a:graphic>
      </p:graphicFrame>
      <p:sp>
        <p:nvSpPr>
          <p:cNvPr id="18" name="TextBox 17">
            <a:extLst>
              <a:ext uri="{FF2B5EF4-FFF2-40B4-BE49-F238E27FC236}">
                <a16:creationId xmlns:a16="http://schemas.microsoft.com/office/drawing/2014/main" id="{FB6B9AF0-C484-25C7-1220-C1F8643BDE88}"/>
              </a:ext>
            </a:extLst>
          </p:cNvPr>
          <p:cNvSpPr txBox="1"/>
          <p:nvPr/>
        </p:nvSpPr>
        <p:spPr>
          <a:xfrm>
            <a:off x="218351" y="4938868"/>
            <a:ext cx="7286630" cy="1477328"/>
          </a:xfrm>
          <a:prstGeom prst="rect">
            <a:avLst/>
          </a:prstGeom>
          <a:noFill/>
        </p:spPr>
        <p:txBody>
          <a:bodyPr wrap="square">
            <a:spAutoFit/>
          </a:bodyPr>
          <a:lstStyle/>
          <a:p>
            <a:pPr marL="0" indent="0">
              <a:buNone/>
            </a:pPr>
            <a:r>
              <a:rPr lang="en-US" sz="1800" dirty="0"/>
              <a:t>• Common support equipment</a:t>
            </a:r>
          </a:p>
          <a:p>
            <a:pPr marL="0" indent="0">
              <a:buNone/>
            </a:pPr>
            <a:r>
              <a:rPr lang="en-US" sz="1800" dirty="0"/>
              <a:t>• Instrument reliability</a:t>
            </a:r>
          </a:p>
          <a:p>
            <a:pPr marL="0" indent="0">
              <a:buNone/>
            </a:pPr>
            <a:r>
              <a:rPr lang="en-US" sz="1800" dirty="0"/>
              <a:t>• Maintenance quality</a:t>
            </a:r>
          </a:p>
          <a:p>
            <a:pPr marL="0" indent="0">
              <a:buNone/>
            </a:pPr>
            <a:r>
              <a:rPr lang="en-US" sz="1800" dirty="0"/>
              <a:t>• Operator response</a:t>
            </a:r>
          </a:p>
          <a:p>
            <a:pPr marL="0" indent="0">
              <a:buNone/>
            </a:pPr>
            <a:r>
              <a:rPr lang="en-US" sz="1800" dirty="0"/>
              <a:t>• Shared failure mechanisms</a:t>
            </a:r>
            <a:endParaRPr lang="en-GB" dirty="0"/>
          </a:p>
        </p:txBody>
      </p:sp>
      <p:sp>
        <p:nvSpPr>
          <p:cNvPr id="20" name="TextBox 19">
            <a:extLst>
              <a:ext uri="{FF2B5EF4-FFF2-40B4-BE49-F238E27FC236}">
                <a16:creationId xmlns:a16="http://schemas.microsoft.com/office/drawing/2014/main" id="{4D8F2E74-D811-4744-2281-DEB384B12D3A}"/>
              </a:ext>
            </a:extLst>
          </p:cNvPr>
          <p:cNvSpPr txBox="1"/>
          <p:nvPr/>
        </p:nvSpPr>
        <p:spPr>
          <a:xfrm>
            <a:off x="114834" y="4569536"/>
            <a:ext cx="6094562" cy="369332"/>
          </a:xfrm>
          <a:prstGeom prst="rect">
            <a:avLst/>
          </a:prstGeom>
          <a:noFill/>
        </p:spPr>
        <p:txBody>
          <a:bodyPr wrap="square">
            <a:spAutoFit/>
          </a:bodyPr>
          <a:lstStyle/>
          <a:p>
            <a:r>
              <a:rPr lang="en-US" dirty="0"/>
              <a:t>Not All Safeguards Are Independent Protection Layers (IPLs)</a:t>
            </a:r>
            <a:endParaRPr lang="en-GB" dirty="0"/>
          </a:p>
        </p:txBody>
      </p:sp>
    </p:spTree>
    <p:extLst>
      <p:ext uri="{BB962C8B-B14F-4D97-AF65-F5344CB8AC3E}">
        <p14:creationId xmlns:p14="http://schemas.microsoft.com/office/powerpoint/2010/main" val="2346361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5869B4A-81AA-04E5-B9F4-A8E175C437B0}"/>
              </a:ext>
            </a:extLst>
          </p:cNvPr>
          <p:cNvSpPr>
            <a:spLocks noGrp="1"/>
          </p:cNvSpPr>
          <p:nvPr>
            <p:ph type="sldNum" sz="quarter" idx="12"/>
          </p:nvPr>
        </p:nvSpPr>
        <p:spPr/>
        <p:txBody>
          <a:bodyPr/>
          <a:lstStyle/>
          <a:p>
            <a:fld id="{69BB85B2-C2D1-4B8E-8603-12AB3273B405}" type="slidenum">
              <a:rPr lang="en-US" smtClean="0"/>
              <a:t>13</a:t>
            </a:fld>
            <a:endParaRPr lang="en-US"/>
          </a:p>
        </p:txBody>
      </p:sp>
      <p:sp>
        <p:nvSpPr>
          <p:cNvPr id="2" name="Title 1">
            <a:extLst>
              <a:ext uri="{FF2B5EF4-FFF2-40B4-BE49-F238E27FC236}">
                <a16:creationId xmlns:a16="http://schemas.microsoft.com/office/drawing/2014/main" id="{29F30300-0DFE-E644-B80D-24997B85DC5A}"/>
              </a:ext>
            </a:extLst>
          </p:cNvPr>
          <p:cNvSpPr>
            <a:spLocks noGrp="1"/>
          </p:cNvSpPr>
          <p:nvPr>
            <p:ph type="title" idx="4294967295"/>
          </p:nvPr>
        </p:nvSpPr>
        <p:spPr>
          <a:xfrm>
            <a:off x="-1" y="1190625"/>
            <a:ext cx="11943347" cy="723825"/>
          </a:xfrm>
        </p:spPr>
        <p:txBody>
          <a:bodyPr>
            <a:normAutofit/>
          </a:bodyPr>
          <a:lstStyle/>
          <a:p>
            <a:r>
              <a:rPr lang="en-GB" sz="3200" dirty="0"/>
              <a:t>Continuous improvement of Mechanical seal Risk Assessment</a:t>
            </a:r>
          </a:p>
        </p:txBody>
      </p:sp>
      <p:sp>
        <p:nvSpPr>
          <p:cNvPr id="17" name="Shape 2">
            <a:extLst>
              <a:ext uri="{FF2B5EF4-FFF2-40B4-BE49-F238E27FC236}">
                <a16:creationId xmlns:a16="http://schemas.microsoft.com/office/drawing/2014/main" id="{C55E67E5-24BA-71FF-C076-A550362F3384}"/>
              </a:ext>
            </a:extLst>
          </p:cNvPr>
          <p:cNvSpPr/>
          <p:nvPr/>
        </p:nvSpPr>
        <p:spPr>
          <a:xfrm>
            <a:off x="2581909" y="1937738"/>
            <a:ext cx="2103120" cy="1280160"/>
          </a:xfrm>
          <a:prstGeom prst="roundRect">
            <a:avLst/>
          </a:prstGeom>
          <a:solidFill>
            <a:srgbClr val="F2C300"/>
          </a:solidFill>
          <a:ln w="12700">
            <a:solidFill>
              <a:srgbClr val="FFFFFF"/>
            </a:solidFill>
            <a:prstDash val="solid"/>
          </a:ln>
        </p:spPr>
        <p:txBody>
          <a:bodyPr/>
          <a:lstStyle/>
          <a:p>
            <a:endParaRPr lang="en-GB"/>
          </a:p>
        </p:txBody>
      </p:sp>
      <p:sp>
        <p:nvSpPr>
          <p:cNvPr id="19" name="Text 3">
            <a:extLst>
              <a:ext uri="{FF2B5EF4-FFF2-40B4-BE49-F238E27FC236}">
                <a16:creationId xmlns:a16="http://schemas.microsoft.com/office/drawing/2014/main" id="{44BA0656-78B6-97BB-F306-BE10C0C93E00}"/>
              </a:ext>
            </a:extLst>
          </p:cNvPr>
          <p:cNvSpPr/>
          <p:nvPr/>
        </p:nvSpPr>
        <p:spPr>
          <a:xfrm>
            <a:off x="2673349" y="2029178"/>
            <a:ext cx="1920240" cy="274320"/>
          </a:xfrm>
          <a:prstGeom prst="rect">
            <a:avLst/>
          </a:prstGeom>
          <a:noFill/>
          <a:ln/>
        </p:spPr>
        <p:txBody>
          <a:bodyPr wrap="square" rtlCol="0" anchor="ctr"/>
          <a:lstStyle/>
          <a:p>
            <a:pPr marL="0" indent="0" algn="ctr">
              <a:buNone/>
            </a:pPr>
            <a:r>
              <a:rPr lang="en-US" sz="1800" b="1" dirty="0">
                <a:solidFill>
                  <a:srgbClr val="FFFFFF"/>
                </a:solidFill>
              </a:rPr>
              <a:t>PLAN</a:t>
            </a:r>
            <a:endParaRPr lang="en-US" sz="1800" dirty="0"/>
          </a:p>
        </p:txBody>
      </p:sp>
      <p:sp>
        <p:nvSpPr>
          <p:cNvPr id="21" name="Text 4">
            <a:extLst>
              <a:ext uri="{FF2B5EF4-FFF2-40B4-BE49-F238E27FC236}">
                <a16:creationId xmlns:a16="http://schemas.microsoft.com/office/drawing/2014/main" id="{6C7C4CA0-36AF-5189-2714-B6F1D4FAD667}"/>
              </a:ext>
            </a:extLst>
          </p:cNvPr>
          <p:cNvSpPr/>
          <p:nvPr/>
        </p:nvSpPr>
        <p:spPr>
          <a:xfrm>
            <a:off x="2719069" y="2349218"/>
            <a:ext cx="1828800" cy="822960"/>
          </a:xfrm>
          <a:prstGeom prst="rect">
            <a:avLst/>
          </a:prstGeom>
          <a:noFill/>
          <a:ln/>
        </p:spPr>
        <p:txBody>
          <a:bodyPr wrap="square" rtlCol="0" anchor="ctr"/>
          <a:lstStyle/>
          <a:p>
            <a:pPr marL="0" indent="0">
              <a:buNone/>
            </a:pPr>
            <a:r>
              <a:rPr lang="en-US" sz="1000" dirty="0">
                <a:solidFill>
                  <a:srgbClr val="FFFFFF"/>
                </a:solidFill>
              </a:rPr>
              <a:t>Design &amp; Assess</a:t>
            </a:r>
            <a:endParaRPr lang="en-US" sz="1000" dirty="0"/>
          </a:p>
          <a:p>
            <a:pPr marL="0" indent="0">
              <a:buNone/>
            </a:pPr>
            <a:r>
              <a:rPr lang="en-US" sz="1000" dirty="0">
                <a:solidFill>
                  <a:srgbClr val="FFFFFF"/>
                </a:solidFill>
              </a:rPr>
              <a:t>• API 682</a:t>
            </a:r>
            <a:endParaRPr lang="en-US" sz="1000" dirty="0"/>
          </a:p>
          <a:p>
            <a:pPr marL="0" indent="0">
              <a:buNone/>
            </a:pPr>
            <a:r>
              <a:rPr lang="en-US" sz="1000" dirty="0">
                <a:solidFill>
                  <a:srgbClr val="FFFFFF"/>
                </a:solidFill>
              </a:rPr>
              <a:t>• HAZOP &amp; LOPA</a:t>
            </a:r>
            <a:endParaRPr lang="en-US" sz="1000" dirty="0"/>
          </a:p>
          <a:p>
            <a:pPr marL="0" indent="0">
              <a:buNone/>
            </a:pPr>
            <a:r>
              <a:rPr lang="en-US" sz="1000" dirty="0">
                <a:solidFill>
                  <a:srgbClr val="FFFFFF"/>
                </a:solidFill>
              </a:rPr>
              <a:t>• IPL assumptions</a:t>
            </a:r>
            <a:endParaRPr lang="en-US" sz="1000" dirty="0"/>
          </a:p>
        </p:txBody>
      </p:sp>
      <p:sp>
        <p:nvSpPr>
          <p:cNvPr id="23" name="Shape 5">
            <a:extLst>
              <a:ext uri="{FF2B5EF4-FFF2-40B4-BE49-F238E27FC236}">
                <a16:creationId xmlns:a16="http://schemas.microsoft.com/office/drawing/2014/main" id="{675D1BC8-449E-FEF7-69A0-1D57D92CDCC5}"/>
              </a:ext>
            </a:extLst>
          </p:cNvPr>
          <p:cNvSpPr/>
          <p:nvPr/>
        </p:nvSpPr>
        <p:spPr>
          <a:xfrm>
            <a:off x="5113187" y="3507748"/>
            <a:ext cx="2103120" cy="1463040"/>
          </a:xfrm>
          <a:prstGeom prst="roundRect">
            <a:avLst/>
          </a:prstGeom>
          <a:solidFill>
            <a:srgbClr val="00A651"/>
          </a:solidFill>
          <a:ln w="12700">
            <a:solidFill>
              <a:srgbClr val="FFFFFF"/>
            </a:solidFill>
            <a:prstDash val="solid"/>
          </a:ln>
        </p:spPr>
        <p:txBody>
          <a:bodyPr/>
          <a:lstStyle/>
          <a:p>
            <a:endParaRPr lang="en-GB"/>
          </a:p>
        </p:txBody>
      </p:sp>
      <p:sp>
        <p:nvSpPr>
          <p:cNvPr id="25" name="Text 6">
            <a:extLst>
              <a:ext uri="{FF2B5EF4-FFF2-40B4-BE49-F238E27FC236}">
                <a16:creationId xmlns:a16="http://schemas.microsoft.com/office/drawing/2014/main" id="{B2BBC7E9-1CFE-728A-E499-501B2C371311}"/>
              </a:ext>
            </a:extLst>
          </p:cNvPr>
          <p:cNvSpPr/>
          <p:nvPr/>
        </p:nvSpPr>
        <p:spPr>
          <a:xfrm>
            <a:off x="5204627" y="3599188"/>
            <a:ext cx="1920240" cy="274320"/>
          </a:xfrm>
          <a:prstGeom prst="rect">
            <a:avLst/>
          </a:prstGeom>
          <a:noFill/>
          <a:ln/>
        </p:spPr>
        <p:txBody>
          <a:bodyPr wrap="square" rtlCol="0" anchor="ctr"/>
          <a:lstStyle/>
          <a:p>
            <a:pPr marL="0" indent="0" algn="ctr">
              <a:buNone/>
            </a:pPr>
            <a:r>
              <a:rPr lang="en-US" sz="1800" b="1" dirty="0">
                <a:solidFill>
                  <a:srgbClr val="FFFFFF"/>
                </a:solidFill>
              </a:rPr>
              <a:t>DO</a:t>
            </a:r>
            <a:endParaRPr lang="en-US" sz="1800" dirty="0"/>
          </a:p>
        </p:txBody>
      </p:sp>
      <p:sp>
        <p:nvSpPr>
          <p:cNvPr id="27" name="Text 7">
            <a:extLst>
              <a:ext uri="{FF2B5EF4-FFF2-40B4-BE49-F238E27FC236}">
                <a16:creationId xmlns:a16="http://schemas.microsoft.com/office/drawing/2014/main" id="{9E310D41-1003-FFDE-EF32-1D3B8E87BFD0}"/>
              </a:ext>
            </a:extLst>
          </p:cNvPr>
          <p:cNvSpPr/>
          <p:nvPr/>
        </p:nvSpPr>
        <p:spPr>
          <a:xfrm>
            <a:off x="5250347" y="3919228"/>
            <a:ext cx="1828800" cy="1005840"/>
          </a:xfrm>
          <a:prstGeom prst="rect">
            <a:avLst/>
          </a:prstGeom>
          <a:noFill/>
          <a:ln/>
        </p:spPr>
        <p:txBody>
          <a:bodyPr wrap="square" rtlCol="0" anchor="ctr"/>
          <a:lstStyle/>
          <a:p>
            <a:pPr marL="0" indent="0">
              <a:buNone/>
            </a:pPr>
            <a:r>
              <a:rPr lang="en-US" sz="1000" dirty="0">
                <a:solidFill>
                  <a:srgbClr val="FFFFFF"/>
                </a:solidFill>
              </a:rPr>
              <a:t>Operate &amp; Maintain</a:t>
            </a:r>
            <a:endParaRPr lang="en-US" sz="1000" dirty="0"/>
          </a:p>
          <a:p>
            <a:pPr marL="0" indent="0">
              <a:buNone/>
            </a:pPr>
            <a:r>
              <a:rPr lang="en-US" sz="1000" dirty="0">
                <a:solidFill>
                  <a:srgbClr val="FFFFFF"/>
                </a:solidFill>
              </a:rPr>
              <a:t>• Operations</a:t>
            </a:r>
            <a:endParaRPr lang="en-US" sz="1000" dirty="0"/>
          </a:p>
          <a:p>
            <a:pPr marL="0" indent="0">
              <a:buNone/>
            </a:pPr>
            <a:r>
              <a:rPr lang="en-US" sz="1000" dirty="0">
                <a:solidFill>
                  <a:srgbClr val="FFFFFF"/>
                </a:solidFill>
              </a:rPr>
              <a:t>• Maintenance</a:t>
            </a:r>
            <a:endParaRPr lang="en-US" sz="1000" dirty="0"/>
          </a:p>
          <a:p>
            <a:pPr marL="0" indent="0">
              <a:buNone/>
            </a:pPr>
            <a:r>
              <a:rPr lang="en-US" sz="1000" dirty="0">
                <a:solidFill>
                  <a:srgbClr val="FFFFFF"/>
                </a:solidFill>
              </a:rPr>
              <a:t>• Alarm testing</a:t>
            </a:r>
            <a:endParaRPr lang="en-US" sz="1000" dirty="0"/>
          </a:p>
        </p:txBody>
      </p:sp>
      <p:sp>
        <p:nvSpPr>
          <p:cNvPr id="29" name="Shape 8">
            <a:extLst>
              <a:ext uri="{FF2B5EF4-FFF2-40B4-BE49-F238E27FC236}">
                <a16:creationId xmlns:a16="http://schemas.microsoft.com/office/drawing/2014/main" id="{32AD2003-E302-F5E8-3E84-E704B48A5F5B}"/>
              </a:ext>
            </a:extLst>
          </p:cNvPr>
          <p:cNvSpPr/>
          <p:nvPr/>
        </p:nvSpPr>
        <p:spPr>
          <a:xfrm>
            <a:off x="2581909" y="5164025"/>
            <a:ext cx="2103120" cy="1280160"/>
          </a:xfrm>
          <a:prstGeom prst="roundRect">
            <a:avLst/>
          </a:prstGeom>
          <a:solidFill>
            <a:srgbClr val="0070C0"/>
          </a:solidFill>
          <a:ln w="12700">
            <a:solidFill>
              <a:srgbClr val="FFFFFF"/>
            </a:solidFill>
            <a:prstDash val="solid"/>
          </a:ln>
        </p:spPr>
        <p:txBody>
          <a:bodyPr/>
          <a:lstStyle/>
          <a:p>
            <a:endParaRPr lang="en-GB"/>
          </a:p>
        </p:txBody>
      </p:sp>
      <p:sp>
        <p:nvSpPr>
          <p:cNvPr id="31" name="Text 9">
            <a:extLst>
              <a:ext uri="{FF2B5EF4-FFF2-40B4-BE49-F238E27FC236}">
                <a16:creationId xmlns:a16="http://schemas.microsoft.com/office/drawing/2014/main" id="{3393BB24-DEDE-62D4-1DB3-81D2B17F1CFA}"/>
              </a:ext>
            </a:extLst>
          </p:cNvPr>
          <p:cNvSpPr/>
          <p:nvPr/>
        </p:nvSpPr>
        <p:spPr>
          <a:xfrm>
            <a:off x="2673349" y="5255465"/>
            <a:ext cx="1920240" cy="274320"/>
          </a:xfrm>
          <a:prstGeom prst="rect">
            <a:avLst/>
          </a:prstGeom>
          <a:noFill/>
          <a:ln/>
        </p:spPr>
        <p:txBody>
          <a:bodyPr wrap="square" rtlCol="0" anchor="ctr"/>
          <a:lstStyle/>
          <a:p>
            <a:pPr marL="0" indent="0" algn="ctr">
              <a:buNone/>
            </a:pPr>
            <a:r>
              <a:rPr lang="en-US" sz="1800" b="1" dirty="0">
                <a:solidFill>
                  <a:srgbClr val="FFFFFF"/>
                </a:solidFill>
              </a:rPr>
              <a:t>CHECK</a:t>
            </a:r>
            <a:endParaRPr lang="en-US" sz="1800" dirty="0"/>
          </a:p>
        </p:txBody>
      </p:sp>
      <p:sp>
        <p:nvSpPr>
          <p:cNvPr id="33" name="Text 10">
            <a:extLst>
              <a:ext uri="{FF2B5EF4-FFF2-40B4-BE49-F238E27FC236}">
                <a16:creationId xmlns:a16="http://schemas.microsoft.com/office/drawing/2014/main" id="{812C41B3-5A70-EF54-5817-6EDC54E1347A}"/>
              </a:ext>
            </a:extLst>
          </p:cNvPr>
          <p:cNvSpPr/>
          <p:nvPr/>
        </p:nvSpPr>
        <p:spPr>
          <a:xfrm>
            <a:off x="2719069" y="5575505"/>
            <a:ext cx="1828800" cy="822960"/>
          </a:xfrm>
          <a:prstGeom prst="rect">
            <a:avLst/>
          </a:prstGeom>
          <a:noFill/>
          <a:ln/>
        </p:spPr>
        <p:txBody>
          <a:bodyPr wrap="square" rtlCol="0" anchor="ctr"/>
          <a:lstStyle/>
          <a:p>
            <a:pPr marL="0" indent="0">
              <a:buNone/>
            </a:pPr>
            <a:r>
              <a:rPr lang="en-US" sz="1000" dirty="0">
                <a:solidFill>
                  <a:srgbClr val="FFFFFF"/>
                </a:solidFill>
              </a:rPr>
              <a:t>Monitor Performance</a:t>
            </a:r>
            <a:endParaRPr lang="en-US" sz="1000" dirty="0"/>
          </a:p>
          <a:p>
            <a:pPr marL="0" indent="0">
              <a:buNone/>
            </a:pPr>
            <a:r>
              <a:rPr lang="en-US" sz="1000" dirty="0">
                <a:solidFill>
                  <a:srgbClr val="FFFFFF"/>
                </a:solidFill>
              </a:rPr>
              <a:t>• Seal failures</a:t>
            </a:r>
            <a:endParaRPr lang="en-US" sz="1000" dirty="0"/>
          </a:p>
          <a:p>
            <a:pPr marL="0" indent="0">
              <a:buNone/>
            </a:pPr>
            <a:r>
              <a:rPr lang="en-US" sz="1000" dirty="0">
                <a:solidFill>
                  <a:srgbClr val="FFFFFF"/>
                </a:solidFill>
              </a:rPr>
              <a:t>• Tier 3 &amp; 4 indicators</a:t>
            </a:r>
            <a:endParaRPr lang="en-US" sz="1000" dirty="0"/>
          </a:p>
        </p:txBody>
      </p:sp>
      <p:sp>
        <p:nvSpPr>
          <p:cNvPr id="35" name="Shape 11">
            <a:extLst>
              <a:ext uri="{FF2B5EF4-FFF2-40B4-BE49-F238E27FC236}">
                <a16:creationId xmlns:a16="http://schemas.microsoft.com/office/drawing/2014/main" id="{04A52725-3765-494E-199E-AB171B577672}"/>
              </a:ext>
            </a:extLst>
          </p:cNvPr>
          <p:cNvSpPr/>
          <p:nvPr/>
        </p:nvSpPr>
        <p:spPr>
          <a:xfrm>
            <a:off x="108141" y="3507748"/>
            <a:ext cx="2103120" cy="1463040"/>
          </a:xfrm>
          <a:prstGeom prst="roundRect">
            <a:avLst/>
          </a:prstGeom>
          <a:solidFill>
            <a:srgbClr val="8B0000"/>
          </a:solidFill>
          <a:ln w="12700">
            <a:solidFill>
              <a:srgbClr val="FFFFFF"/>
            </a:solidFill>
            <a:prstDash val="solid"/>
          </a:ln>
        </p:spPr>
        <p:txBody>
          <a:bodyPr/>
          <a:lstStyle/>
          <a:p>
            <a:endParaRPr lang="en-GB"/>
          </a:p>
        </p:txBody>
      </p:sp>
      <p:sp>
        <p:nvSpPr>
          <p:cNvPr id="37" name="Text 12">
            <a:extLst>
              <a:ext uri="{FF2B5EF4-FFF2-40B4-BE49-F238E27FC236}">
                <a16:creationId xmlns:a16="http://schemas.microsoft.com/office/drawing/2014/main" id="{4A3176CA-3E75-7ED1-32E5-B4FEF6B433D3}"/>
              </a:ext>
            </a:extLst>
          </p:cNvPr>
          <p:cNvSpPr/>
          <p:nvPr/>
        </p:nvSpPr>
        <p:spPr>
          <a:xfrm>
            <a:off x="199581" y="3599188"/>
            <a:ext cx="1920240" cy="274320"/>
          </a:xfrm>
          <a:prstGeom prst="rect">
            <a:avLst/>
          </a:prstGeom>
          <a:noFill/>
          <a:ln/>
        </p:spPr>
        <p:txBody>
          <a:bodyPr wrap="square" rtlCol="0" anchor="ctr"/>
          <a:lstStyle/>
          <a:p>
            <a:pPr marL="0" indent="0" algn="ctr">
              <a:buNone/>
            </a:pPr>
            <a:r>
              <a:rPr lang="en-US" sz="1800" b="1" dirty="0">
                <a:solidFill>
                  <a:srgbClr val="FFFFFF"/>
                </a:solidFill>
              </a:rPr>
              <a:t>ACT</a:t>
            </a:r>
            <a:endParaRPr lang="en-US" sz="1800" dirty="0"/>
          </a:p>
        </p:txBody>
      </p:sp>
      <p:sp>
        <p:nvSpPr>
          <p:cNvPr id="39" name="Text 13">
            <a:extLst>
              <a:ext uri="{FF2B5EF4-FFF2-40B4-BE49-F238E27FC236}">
                <a16:creationId xmlns:a16="http://schemas.microsoft.com/office/drawing/2014/main" id="{C0470BC4-F82C-4BD4-0B7D-D4750B9A28DF}"/>
              </a:ext>
            </a:extLst>
          </p:cNvPr>
          <p:cNvSpPr/>
          <p:nvPr/>
        </p:nvSpPr>
        <p:spPr>
          <a:xfrm>
            <a:off x="245301" y="3919228"/>
            <a:ext cx="1828800" cy="1005840"/>
          </a:xfrm>
          <a:prstGeom prst="rect">
            <a:avLst/>
          </a:prstGeom>
          <a:noFill/>
          <a:ln/>
        </p:spPr>
        <p:txBody>
          <a:bodyPr wrap="square" rtlCol="0" anchor="ctr"/>
          <a:lstStyle/>
          <a:p>
            <a:pPr marL="0" indent="0">
              <a:buNone/>
            </a:pPr>
            <a:r>
              <a:rPr lang="en-US" sz="1000" dirty="0">
                <a:solidFill>
                  <a:srgbClr val="FFFFFF"/>
                </a:solidFill>
              </a:rPr>
              <a:t>Improve</a:t>
            </a:r>
            <a:endParaRPr lang="en-US" sz="1000" dirty="0"/>
          </a:p>
          <a:p>
            <a:pPr marL="0" indent="0">
              <a:buNone/>
            </a:pPr>
            <a:r>
              <a:rPr lang="en-US" sz="1000" dirty="0">
                <a:solidFill>
                  <a:srgbClr val="FFFFFF"/>
                </a:solidFill>
              </a:rPr>
              <a:t>• Reassess risk</a:t>
            </a:r>
            <a:endParaRPr lang="en-US" sz="1000" dirty="0"/>
          </a:p>
          <a:p>
            <a:pPr marL="0" indent="0">
              <a:buNone/>
            </a:pPr>
            <a:r>
              <a:rPr lang="en-US" sz="1000" dirty="0">
                <a:solidFill>
                  <a:srgbClr val="FFFFFF"/>
                </a:solidFill>
              </a:rPr>
              <a:t>• Update standards</a:t>
            </a:r>
            <a:endParaRPr lang="en-US" sz="1000" dirty="0"/>
          </a:p>
          <a:p>
            <a:pPr marL="0" indent="0">
              <a:buNone/>
            </a:pPr>
            <a:r>
              <a:rPr lang="en-US" sz="1000" dirty="0">
                <a:solidFill>
                  <a:srgbClr val="FFFFFF"/>
                </a:solidFill>
              </a:rPr>
              <a:t>• Lessons learned</a:t>
            </a:r>
            <a:endParaRPr lang="en-US" sz="1000" dirty="0"/>
          </a:p>
        </p:txBody>
      </p:sp>
      <p:sp>
        <p:nvSpPr>
          <p:cNvPr id="41" name="Shape 14">
            <a:extLst>
              <a:ext uri="{FF2B5EF4-FFF2-40B4-BE49-F238E27FC236}">
                <a16:creationId xmlns:a16="http://schemas.microsoft.com/office/drawing/2014/main" id="{037C2A2F-643F-27C3-02C6-CFAA489B7F1B}"/>
              </a:ext>
            </a:extLst>
          </p:cNvPr>
          <p:cNvSpPr/>
          <p:nvPr/>
        </p:nvSpPr>
        <p:spPr>
          <a:xfrm>
            <a:off x="2519224" y="3507748"/>
            <a:ext cx="2286000" cy="1280160"/>
          </a:xfrm>
          <a:prstGeom prst="ellipse">
            <a:avLst/>
          </a:prstGeom>
          <a:solidFill>
            <a:srgbClr val="2F4050"/>
          </a:solidFill>
          <a:ln w="12700">
            <a:solidFill>
              <a:srgbClr val="FFFFFF"/>
            </a:solidFill>
            <a:prstDash val="solid"/>
          </a:ln>
        </p:spPr>
        <p:txBody>
          <a:bodyPr/>
          <a:lstStyle/>
          <a:p>
            <a:endParaRPr lang="en-GB"/>
          </a:p>
        </p:txBody>
      </p:sp>
      <p:sp>
        <p:nvSpPr>
          <p:cNvPr id="43" name="Text 15">
            <a:extLst>
              <a:ext uri="{FF2B5EF4-FFF2-40B4-BE49-F238E27FC236}">
                <a16:creationId xmlns:a16="http://schemas.microsoft.com/office/drawing/2014/main" id="{DDFF631D-26DF-9218-F407-BDEB650A7F3D}"/>
              </a:ext>
            </a:extLst>
          </p:cNvPr>
          <p:cNvSpPr/>
          <p:nvPr/>
        </p:nvSpPr>
        <p:spPr>
          <a:xfrm>
            <a:off x="2702104" y="3873508"/>
            <a:ext cx="1920240" cy="548640"/>
          </a:xfrm>
          <a:prstGeom prst="rect">
            <a:avLst/>
          </a:prstGeom>
          <a:noFill/>
          <a:ln/>
        </p:spPr>
        <p:txBody>
          <a:bodyPr wrap="square" rtlCol="0" anchor="ctr"/>
          <a:lstStyle/>
          <a:p>
            <a:pPr marL="0" indent="0" algn="ctr">
              <a:buNone/>
            </a:pPr>
            <a:r>
              <a:rPr lang="en-US" sz="1800" b="1" dirty="0">
                <a:solidFill>
                  <a:srgbClr val="FFFFFF"/>
                </a:solidFill>
              </a:rPr>
              <a:t>CONTINUOUS</a:t>
            </a:r>
            <a:endParaRPr lang="en-US" sz="1800" dirty="0"/>
          </a:p>
          <a:p>
            <a:pPr marL="0" indent="0" algn="ctr">
              <a:buNone/>
            </a:pPr>
            <a:r>
              <a:rPr lang="en-US" sz="1800" b="1" dirty="0">
                <a:solidFill>
                  <a:srgbClr val="FFFFFF"/>
                </a:solidFill>
              </a:rPr>
              <a:t>IMPROVEMENT</a:t>
            </a:r>
            <a:endParaRPr lang="en-US" sz="1800" dirty="0"/>
          </a:p>
        </p:txBody>
      </p:sp>
      <p:sp>
        <p:nvSpPr>
          <p:cNvPr id="45" name="TextBox 44">
            <a:extLst>
              <a:ext uri="{FF2B5EF4-FFF2-40B4-BE49-F238E27FC236}">
                <a16:creationId xmlns:a16="http://schemas.microsoft.com/office/drawing/2014/main" id="{79A1925B-1BAE-C16B-4F71-52EB86016EE9}"/>
              </a:ext>
            </a:extLst>
          </p:cNvPr>
          <p:cNvSpPr txBox="1"/>
          <p:nvPr/>
        </p:nvSpPr>
        <p:spPr>
          <a:xfrm>
            <a:off x="7586955" y="2893743"/>
            <a:ext cx="4291153" cy="2031325"/>
          </a:xfrm>
          <a:prstGeom prst="rect">
            <a:avLst/>
          </a:prstGeom>
          <a:noFill/>
        </p:spPr>
        <p:txBody>
          <a:bodyPr wrap="square">
            <a:spAutoFit/>
          </a:bodyPr>
          <a:lstStyle/>
          <a:p>
            <a:pPr fontAlgn="t">
              <a:lnSpc>
                <a:spcPct val="100000"/>
              </a:lnSpc>
              <a:buNone/>
            </a:pPr>
            <a:r>
              <a:rPr lang="en-US" sz="1800" b="1" i="0" dirty="0">
                <a:effectLst/>
                <a:latin typeface="+mn-lt"/>
              </a:rPr>
              <a:t>Reliability &amp; Process Safety Indicators</a:t>
            </a:r>
          </a:p>
          <a:p>
            <a:pPr marL="342900" lvl="0" indent="-342900" fontAlgn="t">
              <a:lnSpc>
                <a:spcPct val="100000"/>
              </a:lnSpc>
              <a:buFont typeface="Arial" panose="020B0604020202020204" pitchFamily="34" charset="0"/>
              <a:buChar char="•"/>
            </a:pPr>
            <a:r>
              <a:rPr lang="en-US" sz="1800" b="0" i="0" dirty="0">
                <a:effectLst/>
                <a:latin typeface="+mn-lt"/>
              </a:rPr>
              <a:t>Seal failure history</a:t>
            </a:r>
          </a:p>
          <a:p>
            <a:pPr marL="342900" lvl="0" indent="-342900" fontAlgn="t">
              <a:lnSpc>
                <a:spcPct val="100000"/>
              </a:lnSpc>
              <a:buFont typeface="Arial" panose="020B0604020202020204" pitchFamily="34" charset="0"/>
              <a:buChar char="•"/>
            </a:pPr>
            <a:r>
              <a:rPr lang="en-US" sz="1800" b="0" i="0" dirty="0">
                <a:effectLst/>
                <a:latin typeface="+mn-lt"/>
              </a:rPr>
              <a:t>Loss-of-containment events</a:t>
            </a:r>
          </a:p>
          <a:p>
            <a:pPr marL="342900" lvl="0" indent="-342900" fontAlgn="t">
              <a:lnSpc>
                <a:spcPct val="100000"/>
              </a:lnSpc>
              <a:buFont typeface="Arial" panose="020B0604020202020204" pitchFamily="34" charset="0"/>
              <a:buChar char="•"/>
            </a:pPr>
            <a:r>
              <a:rPr lang="en-US" sz="1800" b="0" i="0" dirty="0">
                <a:effectLst/>
                <a:latin typeface="+mn-lt"/>
              </a:rPr>
              <a:t>Barrier challenges (Tier 3)</a:t>
            </a:r>
          </a:p>
          <a:p>
            <a:pPr marL="342900" lvl="0" indent="-342900" fontAlgn="t">
              <a:lnSpc>
                <a:spcPct val="100000"/>
              </a:lnSpc>
              <a:buFont typeface="Arial" panose="020B0604020202020204" pitchFamily="34" charset="0"/>
              <a:buChar char="•"/>
            </a:pPr>
            <a:r>
              <a:rPr lang="en-US" sz="1800" b="0" i="0" dirty="0">
                <a:effectLst/>
                <a:latin typeface="+mn-lt"/>
              </a:rPr>
              <a:t>Operating discipline indicators (Tier 4)</a:t>
            </a:r>
          </a:p>
          <a:p>
            <a:pPr marL="342900" lvl="0" indent="-342900" fontAlgn="t">
              <a:lnSpc>
                <a:spcPct val="100000"/>
              </a:lnSpc>
              <a:buFont typeface="Arial" panose="020B0604020202020204" pitchFamily="34" charset="0"/>
              <a:buChar char="•"/>
            </a:pPr>
            <a:r>
              <a:rPr lang="en-US" sz="1800" b="0" i="0" dirty="0">
                <a:effectLst/>
                <a:latin typeface="+mn-lt"/>
              </a:rPr>
              <a:t>Maintenance findings</a:t>
            </a:r>
          </a:p>
          <a:p>
            <a:pPr marL="342900" lvl="0" indent="-342900" fontAlgn="t">
              <a:lnSpc>
                <a:spcPct val="100000"/>
              </a:lnSpc>
              <a:buFont typeface="Arial" panose="020B0604020202020204" pitchFamily="34" charset="0"/>
              <a:buChar char="•"/>
            </a:pPr>
            <a:r>
              <a:rPr lang="en-US" sz="1800" b="0" i="0" dirty="0">
                <a:effectLst/>
                <a:latin typeface="+mn-lt"/>
              </a:rPr>
              <a:t>Root cause investigations</a:t>
            </a:r>
            <a:endParaRPr lang="en-US" sz="1800" b="0" i="0" dirty="0">
              <a:effectLst/>
              <a:latin typeface="Segoe UI" panose="020B0502040204020203" pitchFamily="34" charset="0"/>
            </a:endParaRPr>
          </a:p>
        </p:txBody>
      </p:sp>
    </p:spTree>
    <p:extLst>
      <p:ext uri="{BB962C8B-B14F-4D97-AF65-F5344CB8AC3E}">
        <p14:creationId xmlns:p14="http://schemas.microsoft.com/office/powerpoint/2010/main" val="185592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59DA25-BEFB-3E96-B282-D82C98C36911}"/>
              </a:ext>
            </a:extLst>
          </p:cNvPr>
          <p:cNvSpPr>
            <a:spLocks noGrp="1"/>
          </p:cNvSpPr>
          <p:nvPr>
            <p:ph type="sldNum" sz="quarter" idx="12"/>
          </p:nvPr>
        </p:nvSpPr>
        <p:spPr/>
        <p:txBody>
          <a:bodyPr/>
          <a:lstStyle/>
          <a:p>
            <a:fld id="{69BB85B2-C2D1-4B8E-8603-12AB3273B405}" type="slidenum">
              <a:rPr lang="en-US" smtClean="0"/>
              <a:t>14</a:t>
            </a:fld>
            <a:endParaRPr lang="en-US"/>
          </a:p>
        </p:txBody>
      </p:sp>
      <p:sp>
        <p:nvSpPr>
          <p:cNvPr id="4" name="TextBox 3">
            <a:extLst>
              <a:ext uri="{FF2B5EF4-FFF2-40B4-BE49-F238E27FC236}">
                <a16:creationId xmlns:a16="http://schemas.microsoft.com/office/drawing/2014/main" id="{B04DEE2B-01D3-F57B-97A9-4FCC1461AF5B}"/>
              </a:ext>
            </a:extLst>
          </p:cNvPr>
          <p:cNvSpPr txBox="1"/>
          <p:nvPr/>
        </p:nvSpPr>
        <p:spPr>
          <a:xfrm>
            <a:off x="443542" y="1518983"/>
            <a:ext cx="7708420" cy="461665"/>
          </a:xfrm>
          <a:prstGeom prst="rect">
            <a:avLst/>
          </a:prstGeom>
          <a:noFill/>
        </p:spPr>
        <p:txBody>
          <a:bodyPr wrap="square">
            <a:spAutoFit/>
          </a:bodyPr>
          <a:lstStyle/>
          <a:p>
            <a:pPr fontAlgn="t">
              <a:lnSpc>
                <a:spcPct val="100000"/>
              </a:lnSpc>
            </a:pPr>
            <a:r>
              <a:rPr lang="en-US" sz="2400" b="1" dirty="0">
                <a:solidFill>
                  <a:srgbClr val="003366"/>
                </a:solidFill>
              </a:rPr>
              <a:t>Grandfathering Is Not a Risk Assessment Strategy</a:t>
            </a:r>
          </a:p>
        </p:txBody>
      </p:sp>
      <p:sp>
        <p:nvSpPr>
          <p:cNvPr id="6" name="TextBox 5">
            <a:extLst>
              <a:ext uri="{FF2B5EF4-FFF2-40B4-BE49-F238E27FC236}">
                <a16:creationId xmlns:a16="http://schemas.microsoft.com/office/drawing/2014/main" id="{73D48C60-7815-23FA-ACDE-0F928A9D7D62}"/>
              </a:ext>
            </a:extLst>
          </p:cNvPr>
          <p:cNvSpPr txBox="1"/>
          <p:nvPr/>
        </p:nvSpPr>
        <p:spPr>
          <a:xfrm>
            <a:off x="443542" y="1998501"/>
            <a:ext cx="10943326" cy="369332"/>
          </a:xfrm>
          <a:prstGeom prst="rect">
            <a:avLst/>
          </a:prstGeom>
          <a:noFill/>
        </p:spPr>
        <p:txBody>
          <a:bodyPr wrap="square">
            <a:spAutoFit/>
          </a:bodyPr>
          <a:lstStyle/>
          <a:p>
            <a:pPr fontAlgn="t">
              <a:lnSpc>
                <a:spcPct val="100000"/>
              </a:lnSpc>
              <a:buNone/>
            </a:pPr>
            <a:r>
              <a:rPr lang="en-US" sz="1800" b="0" i="0">
                <a:effectLst/>
                <a:latin typeface="+mn-lt"/>
              </a:rPr>
              <a:t>Aging facilities require continued validation of safeguard effectiveness and risk tolerability.</a:t>
            </a:r>
            <a:endParaRPr lang="en-US" sz="1800" b="0" i="0">
              <a:effectLst/>
              <a:latin typeface="Segoe UI" panose="020B0502040204020203" pitchFamily="34" charset="0"/>
            </a:endParaRPr>
          </a:p>
        </p:txBody>
      </p:sp>
      <p:sp>
        <p:nvSpPr>
          <p:cNvPr id="10" name="TextBox 9">
            <a:extLst>
              <a:ext uri="{FF2B5EF4-FFF2-40B4-BE49-F238E27FC236}">
                <a16:creationId xmlns:a16="http://schemas.microsoft.com/office/drawing/2014/main" id="{0DF80485-83B1-058E-F64F-BF1FDE8FDC6D}"/>
              </a:ext>
            </a:extLst>
          </p:cNvPr>
          <p:cNvSpPr txBox="1"/>
          <p:nvPr/>
        </p:nvSpPr>
        <p:spPr>
          <a:xfrm>
            <a:off x="443542" y="2688943"/>
            <a:ext cx="9383162" cy="369332"/>
          </a:xfrm>
          <a:prstGeom prst="rect">
            <a:avLst/>
          </a:prstGeom>
          <a:noFill/>
        </p:spPr>
        <p:txBody>
          <a:bodyPr wrap="square">
            <a:spAutoFit/>
          </a:bodyPr>
          <a:lstStyle/>
          <a:p>
            <a:pPr fontAlgn="t">
              <a:lnSpc>
                <a:spcPct val="100000"/>
              </a:lnSpc>
              <a:buNone/>
            </a:pPr>
            <a:r>
              <a:rPr lang="en-US" sz="1800" b="0" i="0">
                <a:effectLst/>
                <a:latin typeface="+mn-lt"/>
              </a:rPr>
              <a:t>🏗️ Design → ⏳ Time → 📍 Today → 🔍 Reassessment → 🛡️ ALARP</a:t>
            </a:r>
            <a:endParaRPr lang="en-US" sz="1800" b="0" i="0">
              <a:effectLst/>
              <a:latin typeface="Segoe UI" panose="020B0502040204020203" pitchFamily="34" charset="0"/>
            </a:endParaRPr>
          </a:p>
        </p:txBody>
      </p:sp>
      <p:sp>
        <p:nvSpPr>
          <p:cNvPr id="12" name="TextBox 11">
            <a:extLst>
              <a:ext uri="{FF2B5EF4-FFF2-40B4-BE49-F238E27FC236}">
                <a16:creationId xmlns:a16="http://schemas.microsoft.com/office/drawing/2014/main" id="{CB211C9F-1688-F4EE-8B18-C6DD0BD39218}"/>
              </a:ext>
            </a:extLst>
          </p:cNvPr>
          <p:cNvSpPr txBox="1"/>
          <p:nvPr/>
        </p:nvSpPr>
        <p:spPr>
          <a:xfrm>
            <a:off x="443542" y="3424621"/>
            <a:ext cx="10686860" cy="923330"/>
          </a:xfrm>
          <a:prstGeom prst="rect">
            <a:avLst/>
          </a:prstGeom>
          <a:noFill/>
        </p:spPr>
        <p:txBody>
          <a:bodyPr wrap="square">
            <a:spAutoFit/>
          </a:bodyPr>
          <a:lstStyle/>
          <a:p>
            <a:pPr fontAlgn="t">
              <a:lnSpc>
                <a:spcPct val="100000"/>
              </a:lnSpc>
              <a:buNone/>
            </a:pPr>
            <a:r>
              <a:rPr lang="en-US" sz="1800" b="0" i="0" dirty="0">
                <a:effectLst/>
                <a:latin typeface="+mn-lt"/>
              </a:rPr>
              <a:t>Continued operation of mechanical seal systems should not rely solely on historical design assumptions. Aging assets, operational experience, evolving standards, and reliability data should inform periodic reassessment to demonstrate that risk remains ALARP.</a:t>
            </a:r>
            <a:endParaRPr lang="en-US" sz="1800" b="0" i="0" dirty="0">
              <a:effectLst/>
              <a:latin typeface="Segoe UI" panose="020B0502040204020203" pitchFamily="34" charset="0"/>
            </a:endParaRPr>
          </a:p>
        </p:txBody>
      </p:sp>
    </p:spTree>
    <p:extLst>
      <p:ext uri="{BB962C8B-B14F-4D97-AF65-F5344CB8AC3E}">
        <p14:creationId xmlns:p14="http://schemas.microsoft.com/office/powerpoint/2010/main" val="1615693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7D3A7-A0A4-487C-9037-2A2910734B09}"/>
              </a:ext>
            </a:extLst>
          </p:cNvPr>
          <p:cNvSpPr>
            <a:spLocks noGrp="1"/>
          </p:cNvSpPr>
          <p:nvPr>
            <p:ph type="title"/>
          </p:nvPr>
        </p:nvSpPr>
        <p:spPr/>
        <p:txBody>
          <a:bodyPr/>
          <a:lstStyle/>
          <a:p>
            <a:r>
              <a:rPr lang="en-US" dirty="0"/>
              <a:t>Closing Message</a:t>
            </a:r>
          </a:p>
        </p:txBody>
      </p:sp>
      <p:sp>
        <p:nvSpPr>
          <p:cNvPr id="3" name="Content Placeholder 2">
            <a:extLst>
              <a:ext uri="{FF2B5EF4-FFF2-40B4-BE49-F238E27FC236}">
                <a16:creationId xmlns:a16="http://schemas.microsoft.com/office/drawing/2014/main" id="{5053A304-2737-04E9-2AC1-640AA908A0A0}"/>
              </a:ext>
            </a:extLst>
          </p:cNvPr>
          <p:cNvSpPr>
            <a:spLocks noGrp="1"/>
          </p:cNvSpPr>
          <p:nvPr>
            <p:ph idx="1"/>
          </p:nvPr>
        </p:nvSpPr>
        <p:spPr/>
        <p:txBody>
          <a:bodyPr/>
          <a:lstStyle/>
          <a:p>
            <a:r>
              <a:rPr lang="en-US" dirty="0"/>
              <a:t>Consistency is achieved through the integration of engineering standards, PHA including HAZOP/LOPA, SME judgement and reliability learning. </a:t>
            </a:r>
          </a:p>
          <a:p>
            <a:r>
              <a:rPr lang="en-US" dirty="0"/>
              <a:t>Engineering standards establish the foundation, process hazard analysis evaluates risk, and reliability learning strengthens future decisions.</a:t>
            </a:r>
          </a:p>
        </p:txBody>
      </p:sp>
      <p:sp>
        <p:nvSpPr>
          <p:cNvPr id="4" name="Slide Number Placeholder 3">
            <a:extLst>
              <a:ext uri="{FF2B5EF4-FFF2-40B4-BE49-F238E27FC236}">
                <a16:creationId xmlns:a16="http://schemas.microsoft.com/office/drawing/2014/main" id="{BED26DD2-6A50-FEEE-E307-8F3087B1A019}"/>
              </a:ext>
            </a:extLst>
          </p:cNvPr>
          <p:cNvSpPr>
            <a:spLocks noGrp="1"/>
          </p:cNvSpPr>
          <p:nvPr>
            <p:ph type="sldNum" sz="quarter" idx="12"/>
          </p:nvPr>
        </p:nvSpPr>
        <p:spPr/>
        <p:txBody>
          <a:bodyPr/>
          <a:lstStyle/>
          <a:p>
            <a:fld id="{69BB85B2-C2D1-4B8E-8603-12AB3273B405}" type="slidenum">
              <a:rPr lang="en-US" smtClean="0"/>
              <a:t>15</a:t>
            </a:fld>
            <a:endParaRPr lang="en-US"/>
          </a:p>
        </p:txBody>
      </p:sp>
    </p:spTree>
    <p:extLst>
      <p:ext uri="{BB962C8B-B14F-4D97-AF65-F5344CB8AC3E}">
        <p14:creationId xmlns:p14="http://schemas.microsoft.com/office/powerpoint/2010/main" val="10342732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a20db4b-394d-4cd4-9bcd-e07072af7714">
      <Terms xmlns="http://schemas.microsoft.com/office/infopath/2007/PartnerControls"/>
    </lcf76f155ced4ddcb4097134ff3c332f>
    <TaxCatchAll xmlns="46d67931-91f0-4293-b0f1-0132ede3419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D2170B7ED33A244BD5E0CFC079FE784" ma:contentTypeVersion="12" ma:contentTypeDescription="Create a new document." ma:contentTypeScope="" ma:versionID="50d108848f1e56f274fefa24d3e4e63e">
  <xsd:schema xmlns:xsd="http://www.w3.org/2001/XMLSchema" xmlns:xs="http://www.w3.org/2001/XMLSchema" xmlns:p="http://schemas.microsoft.com/office/2006/metadata/properties" xmlns:ns2="5a20db4b-394d-4cd4-9bcd-e07072af7714" xmlns:ns3="46d67931-91f0-4293-b0f1-0132ede34192" targetNamespace="http://schemas.microsoft.com/office/2006/metadata/properties" ma:root="true" ma:fieldsID="6d115a263e5b1564bd668ca039bf7fed" ns2:_="" ns3:_="">
    <xsd:import namespace="5a20db4b-394d-4cd4-9bcd-e07072af7714"/>
    <xsd:import namespace="46d67931-91f0-4293-b0f1-0132ede3419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20db4b-394d-4cd4-9bcd-e07072af7714"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528e5b72-a11e-43e4-996b-2cb2b326d1f2"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6d67931-91f0-4293-b0f1-0132ede3419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f5d07288-c6b6-47f9-bca3-2ab0326388a6}" ma:internalName="TaxCatchAll" ma:showField="CatchAllData" ma:web="46d67931-91f0-4293-b0f1-0132ede341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7F4FB3-BDFB-46E4-B3DF-E0CBBF17BDBA}">
  <ds:schemaRefs>
    <ds:schemaRef ds:uri="http://schemas.microsoft.com/office/2006/metadata/properties"/>
    <ds:schemaRef ds:uri="http://schemas.microsoft.com/office/infopath/2007/PartnerControls"/>
    <ds:schemaRef ds:uri="5a20db4b-394d-4cd4-9bcd-e07072af7714"/>
    <ds:schemaRef ds:uri="46d67931-91f0-4293-b0f1-0132ede34192"/>
  </ds:schemaRefs>
</ds:datastoreItem>
</file>

<file path=customXml/itemProps2.xml><?xml version="1.0" encoding="utf-8"?>
<ds:datastoreItem xmlns:ds="http://schemas.openxmlformats.org/officeDocument/2006/customXml" ds:itemID="{804D069F-A07A-416A-9288-CE3DBFCBFFA6}">
  <ds:schemaRefs>
    <ds:schemaRef ds:uri="http://schemas.microsoft.com/sharepoint/v3/contenttype/forms"/>
  </ds:schemaRefs>
</ds:datastoreItem>
</file>

<file path=customXml/itemProps3.xml><?xml version="1.0" encoding="utf-8"?>
<ds:datastoreItem xmlns:ds="http://schemas.openxmlformats.org/officeDocument/2006/customXml" ds:itemID="{0D5F9BE3-2AB1-4AA8-B88A-CB2E754685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20db4b-394d-4cd4-9bcd-e07072af7714"/>
    <ds:schemaRef ds:uri="46d67931-91f0-4293-b0f1-0132ede341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cb1e24-a0e2-4a4c-9340-733297c9cd7c}" enabled="1" method="Privileged" siteId="{db1e96a8-a3da-442a-930b-235cac24cd5c}" removed="0"/>
</clbl:labelList>
</file>

<file path=docProps/app.xml><?xml version="1.0" encoding="utf-8"?>
<Properties xmlns="http://schemas.openxmlformats.org/officeDocument/2006/extended-properties" xmlns:vt="http://schemas.openxmlformats.org/officeDocument/2006/docPropsVTypes">
  <TotalTime>12898</TotalTime>
  <Words>1204</Words>
  <Application>Microsoft Office PowerPoint</Application>
  <PresentationFormat>Widescreen</PresentationFormat>
  <Paragraphs>174</Paragraphs>
  <Slides>15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Arial</vt:lpstr>
      <vt:lpstr>Calibri</vt:lpstr>
      <vt:lpstr>Open Sans</vt:lpstr>
      <vt:lpstr>Segoe UI</vt:lpstr>
      <vt:lpstr>Office Theme</vt:lpstr>
      <vt:lpstr>Custom Design</vt:lpstr>
      <vt:lpstr>PowerPoint Presentation</vt:lpstr>
      <vt:lpstr>Speaker profile</vt:lpstr>
      <vt:lpstr>Purpose and Scope of the Presentation</vt:lpstr>
      <vt:lpstr>Mechanical seals and Sealing Systems – Small but Critical Components </vt:lpstr>
      <vt:lpstr>Types of Mechanical Seals </vt:lpstr>
      <vt:lpstr>Role of SME in API 682 Selection Ensuring Safe operation </vt:lpstr>
      <vt:lpstr>Why Is Consistency Important?</vt:lpstr>
      <vt:lpstr>Proposed Assessment Approach </vt:lpstr>
      <vt:lpstr>PowerPoint Presentation</vt:lpstr>
      <vt:lpstr>PowerPoint Presentation</vt:lpstr>
      <vt:lpstr>PowerPoint Presentation</vt:lpstr>
      <vt:lpstr>PowerPoint Presentation</vt:lpstr>
      <vt:lpstr>Continuous improvement of Mechanical seal Risk Assessment</vt:lpstr>
      <vt:lpstr>PowerPoint Presentation</vt:lpstr>
      <vt:lpstr>Closing Message</vt:lpstr>
    </vt:vector>
  </TitlesOfParts>
  <Company>Dwight Look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Speaker Profile</dc:title>
  <dc:creator>Camposeco Monzon, Maria Paola</dc:creator>
  <cp:lastModifiedBy>Amouie, Maziar SCAN-DRP/C/26</cp:lastModifiedBy>
  <cp:revision>54</cp:revision>
  <dcterms:created xsi:type="dcterms:W3CDTF">2019-01-03T23:18:15Z</dcterms:created>
  <dcterms:modified xsi:type="dcterms:W3CDTF">2026-10-12T06:16:21Z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0x0101007D2170B7ED33A244BD5E0CFC079FE784</vt:lpwstr>
  </property>
</Properties>
</file>